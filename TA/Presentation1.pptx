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>
        <p:scale>
          <a:sx n="125" d="100"/>
          <a:sy n="125" d="100"/>
        </p:scale>
        <p:origin x="90" y="-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35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96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708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0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05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283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821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48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34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173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872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15CAB-369C-435D-9974-29C4323769E1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162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2.png"/><Relationship Id="rId18" Type="http://schemas.openxmlformats.org/officeDocument/2006/relationships/image" Target="../media/image16.png"/><Relationship Id="rId3" Type="http://schemas.openxmlformats.org/officeDocument/2006/relationships/image" Target="../media/image3.jpeg"/><Relationship Id="rId21" Type="http://schemas.openxmlformats.org/officeDocument/2006/relationships/image" Target="../media/image18.png"/><Relationship Id="rId7" Type="http://schemas.openxmlformats.org/officeDocument/2006/relationships/image" Target="../media/image7.png"/><Relationship Id="rId12" Type="http://schemas.microsoft.com/office/2007/relationships/hdphoto" Target="../media/hdphoto1.wdp"/><Relationship Id="rId17" Type="http://schemas.openxmlformats.org/officeDocument/2006/relationships/image" Target="../media/image15.jpeg"/><Relationship Id="rId2" Type="http://schemas.openxmlformats.org/officeDocument/2006/relationships/image" Target="../media/image2.jpeg"/><Relationship Id="rId16" Type="http://schemas.openxmlformats.org/officeDocument/2006/relationships/image" Target="../media/image14.jpe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24" Type="http://schemas.openxmlformats.org/officeDocument/2006/relationships/image" Target="../media/image1.png"/><Relationship Id="rId5" Type="http://schemas.openxmlformats.org/officeDocument/2006/relationships/image" Target="../media/image5.jpeg"/><Relationship Id="rId15" Type="http://schemas.openxmlformats.org/officeDocument/2006/relationships/image" Target="../media/image13.png"/><Relationship Id="rId23" Type="http://schemas.microsoft.com/office/2007/relationships/hdphoto" Target="../media/hdphoto4.wdp"/><Relationship Id="rId10" Type="http://schemas.openxmlformats.org/officeDocument/2006/relationships/image" Target="../media/image10.jpeg"/><Relationship Id="rId19" Type="http://schemas.microsoft.com/office/2007/relationships/hdphoto" Target="../media/hdphoto3.wdp"/><Relationship Id="rId4" Type="http://schemas.openxmlformats.org/officeDocument/2006/relationships/image" Target="../media/image4.jpeg"/><Relationship Id="rId9" Type="http://schemas.openxmlformats.org/officeDocument/2006/relationships/image" Target="../media/image9.jpeg"/><Relationship Id="rId14" Type="http://schemas.microsoft.com/office/2007/relationships/hdphoto" Target="../media/hdphoto2.wdp"/><Relationship Id="rId22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37915" y="309092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Batterai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Lipo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4S</a:t>
            </a:r>
          </a:p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(14,8 -16,8 volt) </a:t>
            </a:r>
          </a:p>
        </p:txBody>
      </p:sp>
      <p:sp>
        <p:nvSpPr>
          <p:cNvPr id="6" name="Rectangle 5"/>
          <p:cNvSpPr/>
          <p:nvPr/>
        </p:nvSpPr>
        <p:spPr>
          <a:xfrm>
            <a:off x="5537915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Distribution 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7096259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1</a:t>
            </a:r>
          </a:p>
        </p:txBody>
      </p:sp>
      <p:sp>
        <p:nvSpPr>
          <p:cNvPr id="8" name="Rectangle 7"/>
          <p:cNvSpPr/>
          <p:nvPr/>
        </p:nvSpPr>
        <p:spPr>
          <a:xfrm>
            <a:off x="8564450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1 (propeller) 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96259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6259" y="30887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96259" y="40332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96259" y="49776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96259" y="59221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64450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2 (propeller)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64450" y="304370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3 (propeller)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64450" y="40332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4 (propeller)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64450" y="49776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5 (propeller)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64450" y="59221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6 (propeller)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7915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Flight Controller (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Pixhawk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6693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Air Telemetry</a:t>
            </a:r>
          </a:p>
        </p:txBody>
      </p:sp>
      <p:cxnSp>
        <p:nvCxnSpPr>
          <p:cNvPr id="23" name="Straight Arrow Connector 22"/>
          <p:cNvCxnSpPr>
            <a:stCxn id="6" idx="3"/>
            <a:endCxn id="7" idx="1"/>
          </p:cNvCxnSpPr>
          <p:nvPr/>
        </p:nvCxnSpPr>
        <p:spPr>
          <a:xfrm>
            <a:off x="6735651" y="1579807"/>
            <a:ext cx="360608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6915955" y="1579807"/>
            <a:ext cx="0" cy="4677175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endCxn id="10" idx="1"/>
          </p:cNvCxnSpPr>
          <p:nvPr/>
        </p:nvCxnSpPr>
        <p:spPr>
          <a:xfrm>
            <a:off x="6915955" y="2479182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6915955" y="3465019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6915955" y="4389881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6915955" y="5335237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6915955" y="6256982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endCxn id="8" idx="1"/>
          </p:cNvCxnSpPr>
          <p:nvPr/>
        </p:nvCxnSpPr>
        <p:spPr>
          <a:xfrm flipV="1">
            <a:off x="8293995" y="1579807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V="1">
            <a:off x="8293994" y="2479182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8293993" y="3450562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8293994" y="4389881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V="1">
            <a:off x="8293994" y="5316222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8293994" y="6262943"/>
            <a:ext cx="270455" cy="461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4" idx="2"/>
            <a:endCxn id="6" idx="0"/>
          </p:cNvCxnSpPr>
          <p:nvPr/>
        </p:nvCxnSpPr>
        <p:spPr>
          <a:xfrm>
            <a:off x="6136783" y="978794"/>
            <a:ext cx="0" cy="26616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endCxn id="20" idx="0"/>
          </p:cNvCxnSpPr>
          <p:nvPr/>
        </p:nvCxnSpPr>
        <p:spPr>
          <a:xfrm>
            <a:off x="6136783" y="1914658"/>
            <a:ext cx="0" cy="22967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6830230" y="1419895"/>
            <a:ext cx="0" cy="46771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6830230" y="1419895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6735651" y="2353345"/>
            <a:ext cx="360607" cy="4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828316" y="3348707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6828316" y="4267870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>
            <a:off x="6828316" y="5206083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6828316" y="6097070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3965843" y="3088780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 Remote Receiver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82402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 Pump</a:t>
            </a:r>
          </a:p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Nozzle)</a:t>
            </a:r>
          </a:p>
        </p:txBody>
      </p:sp>
      <p:cxnSp>
        <p:nvCxnSpPr>
          <p:cNvPr id="68" name="Straight Arrow Connector 67"/>
          <p:cNvCxnSpPr>
            <a:stCxn id="6" idx="1"/>
            <a:endCxn id="66" idx="3"/>
          </p:cNvCxnSpPr>
          <p:nvPr/>
        </p:nvCxnSpPr>
        <p:spPr>
          <a:xfrm flipH="1">
            <a:off x="5177308" y="1579807"/>
            <a:ext cx="360607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H="1">
            <a:off x="3680138" y="1725857"/>
            <a:ext cx="1857778" cy="1824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3979572" y="1244956"/>
            <a:ext cx="1197736" cy="6697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Relay Module</a:t>
            </a:r>
          </a:p>
        </p:txBody>
      </p:sp>
      <p:cxnSp>
        <p:nvCxnSpPr>
          <p:cNvPr id="76" name="Straight Arrow Connector 75"/>
          <p:cNvCxnSpPr>
            <a:stCxn id="20" idx="1"/>
            <a:endCxn id="21" idx="3"/>
          </p:cNvCxnSpPr>
          <p:nvPr/>
        </p:nvCxnSpPr>
        <p:spPr>
          <a:xfrm flipH="1">
            <a:off x="5164429" y="2479182"/>
            <a:ext cx="37348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/>
          <p:nvPr/>
        </p:nvCxnSpPr>
        <p:spPr>
          <a:xfrm>
            <a:off x="5344732" y="2591034"/>
            <a:ext cx="2001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108" idx="0"/>
            <a:endCxn id="20" idx="2"/>
          </p:cNvCxnSpPr>
          <p:nvPr/>
        </p:nvCxnSpPr>
        <p:spPr>
          <a:xfrm flipH="1" flipV="1">
            <a:off x="6136783" y="2814033"/>
            <a:ext cx="251" cy="1219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5351172" y="2591034"/>
            <a:ext cx="0" cy="8739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5170868" y="3459332"/>
            <a:ext cx="186743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>
            <a:stCxn id="66" idx="1"/>
          </p:cNvCxnSpPr>
          <p:nvPr/>
        </p:nvCxnSpPr>
        <p:spPr>
          <a:xfrm flipH="1">
            <a:off x="3680138" y="1579807"/>
            <a:ext cx="2994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 flipV="1">
            <a:off x="5344732" y="2338335"/>
            <a:ext cx="186743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/>
          <p:nvPr/>
        </p:nvCxnSpPr>
        <p:spPr>
          <a:xfrm flipV="1">
            <a:off x="5351172" y="1419895"/>
            <a:ext cx="0" cy="9184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/>
          <p:nvPr/>
        </p:nvCxnSpPr>
        <p:spPr>
          <a:xfrm flipH="1">
            <a:off x="5177308" y="1419895"/>
            <a:ext cx="1803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5544856" y="49776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GPS Module</a:t>
            </a:r>
          </a:p>
        </p:txBody>
      </p:sp>
      <p:cxnSp>
        <p:nvCxnSpPr>
          <p:cNvPr id="110" name="Straight Arrow Connector 109"/>
          <p:cNvCxnSpPr/>
          <p:nvPr/>
        </p:nvCxnSpPr>
        <p:spPr>
          <a:xfrm>
            <a:off x="5817268" y="2819635"/>
            <a:ext cx="1" cy="2894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/>
          <p:nvPr/>
        </p:nvCxnSpPr>
        <p:spPr>
          <a:xfrm flipV="1">
            <a:off x="6455240" y="2814033"/>
            <a:ext cx="1308" cy="2164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5535298" y="3114656"/>
            <a:ext cx="1197736" cy="6697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Buzzer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531475" y="4033231"/>
            <a:ext cx="1211117" cy="6697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Safety Switch</a:t>
            </a:r>
          </a:p>
        </p:txBody>
      </p:sp>
      <p:pic>
        <p:nvPicPr>
          <p:cNvPr id="123" name="Picture 1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540" y="5206083"/>
            <a:ext cx="1390115" cy="659230"/>
          </a:xfrm>
          <a:prstGeom prst="rect">
            <a:avLst/>
          </a:prstGeom>
        </p:spPr>
      </p:pic>
      <p:sp>
        <p:nvSpPr>
          <p:cNvPr id="124" name="Rectangle 123"/>
          <p:cNvSpPr/>
          <p:nvPr/>
        </p:nvSpPr>
        <p:spPr>
          <a:xfrm>
            <a:off x="2247900" y="162953"/>
            <a:ext cx="7810500" cy="654050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869861" y="3088780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 Remote Controller</a:t>
            </a:r>
          </a:p>
        </p:txBody>
      </p:sp>
      <p:cxnSp>
        <p:nvCxnSpPr>
          <p:cNvPr id="127" name="Straight Arrow Connector 126"/>
          <p:cNvCxnSpPr>
            <a:stCxn id="125" idx="3"/>
            <a:endCxn id="64" idx="1"/>
          </p:cNvCxnSpPr>
          <p:nvPr/>
        </p:nvCxnSpPr>
        <p:spPr>
          <a:xfrm>
            <a:off x="2067597" y="3423631"/>
            <a:ext cx="1898246" cy="0"/>
          </a:xfrm>
          <a:prstGeom prst="straightConnector1">
            <a:avLst/>
          </a:prstGeom>
          <a:ln w="12700"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869861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Ground Telemetry </a:t>
            </a:r>
          </a:p>
        </p:txBody>
      </p:sp>
      <p:cxnSp>
        <p:nvCxnSpPr>
          <p:cNvPr id="131" name="Straight Arrow Connector 130"/>
          <p:cNvCxnSpPr>
            <a:stCxn id="130" idx="3"/>
            <a:endCxn id="21" idx="1"/>
          </p:cNvCxnSpPr>
          <p:nvPr/>
        </p:nvCxnSpPr>
        <p:spPr>
          <a:xfrm>
            <a:off x="2067597" y="2479182"/>
            <a:ext cx="1899096" cy="0"/>
          </a:xfrm>
          <a:prstGeom prst="straightConnector1">
            <a:avLst/>
          </a:prstGeom>
          <a:ln w="12700">
            <a:solidFill>
              <a:schemeClr val="tx1"/>
            </a:solidFill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877730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 / Laptop </a:t>
            </a:r>
          </a:p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(GCS)</a:t>
            </a:r>
          </a:p>
        </p:txBody>
      </p:sp>
      <p:cxnSp>
        <p:nvCxnSpPr>
          <p:cNvPr id="135" name="Straight Arrow Connector 134"/>
          <p:cNvCxnSpPr>
            <a:stCxn id="130" idx="0"/>
          </p:cNvCxnSpPr>
          <p:nvPr/>
        </p:nvCxnSpPr>
        <p:spPr>
          <a:xfrm flipV="1">
            <a:off x="1468729" y="1914658"/>
            <a:ext cx="928" cy="22967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69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174" y="3737858"/>
            <a:ext cx="1819275" cy="133392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3124" y="3205862"/>
            <a:ext cx="1003300" cy="1003300"/>
          </a:xfrm>
          <a:prstGeom prst="rect">
            <a:avLst/>
          </a:prstGeom>
        </p:spPr>
      </p:pic>
      <p:pic>
        <p:nvPicPr>
          <p:cNvPr id="10" name="Picture 9" descr="https://ardupilot.org/planner/_images/new-radio-laptop.jp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0425" y="1595093"/>
            <a:ext cx="2005012" cy="1478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0675" y="260848"/>
            <a:ext cx="801624" cy="85953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449" y="1824569"/>
            <a:ext cx="1409700" cy="14097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15330">
            <a:off x="3699594" y="1938504"/>
            <a:ext cx="1410148" cy="52811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2265" y="1248481"/>
            <a:ext cx="2288076" cy="190742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600" y="5339733"/>
            <a:ext cx="2016741" cy="144129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2667" y="4404819"/>
            <a:ext cx="1151304" cy="97817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8173" y="4260173"/>
            <a:ext cx="1151304" cy="978175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4978" b="95575" l="2914" r="9765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296" y="3498847"/>
            <a:ext cx="1151304" cy="9781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4757" b="95133" l="0" r="9680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310" y="3682897"/>
            <a:ext cx="1151304" cy="978175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0001" y="4209162"/>
            <a:ext cx="1003300" cy="10033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930" y="3473722"/>
            <a:ext cx="1003300" cy="10033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" b="100000" l="0" r="996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8163" y="4371151"/>
            <a:ext cx="1003300" cy="10033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411" y="-232889"/>
            <a:ext cx="1847009" cy="18470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4567" y="1323461"/>
            <a:ext cx="1084580" cy="610076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439" y="42252"/>
            <a:ext cx="1163547" cy="1163547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3056" b="85972" l="2500" r="94722">
                        <a14:foregroundMark x1="37917" y1="33194" x2="37917" y2="33194"/>
                        <a14:foregroundMark x1="37361" y1="37361" x2="32639" y2="26111"/>
                        <a14:foregroundMark x1="35556" y1="32083" x2="46250" y2="21944"/>
                        <a14:foregroundMark x1="24861" y1="36250" x2="23056" y2="24722"/>
                        <a14:foregroundMark x1="18611" y1="25139" x2="45972" y2="15278"/>
                        <a14:foregroundMark x1="14722" y1="41528" x2="7639" y2="48333"/>
                        <a14:foregroundMark x1="4444" y1="53472" x2="2500" y2="61667"/>
                        <a14:foregroundMark x1="17361" y1="82083" x2="25972" y2="86111"/>
                        <a14:foregroundMark x1="49583" y1="84028" x2="53750" y2="82083"/>
                        <a14:foregroundMark x1="80556" y1="75000" x2="80556" y2="75000"/>
                        <a14:foregroundMark x1="94722" y1="10556" x2="93194" y2="2097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5674" y="239411"/>
            <a:ext cx="1267520" cy="1267520"/>
          </a:xfrm>
          <a:prstGeom prst="rect">
            <a:avLst/>
          </a:prstGeom>
        </p:spPr>
      </p:pic>
      <p:cxnSp>
        <p:nvCxnSpPr>
          <p:cNvPr id="26" name="Straight Arrow Connector 25"/>
          <p:cNvCxnSpPr/>
          <p:nvPr/>
        </p:nvCxnSpPr>
        <p:spPr>
          <a:xfrm>
            <a:off x="7477034" y="690616"/>
            <a:ext cx="1603466" cy="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H="1">
            <a:off x="5585863" y="612257"/>
            <a:ext cx="2546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840516" y="607219"/>
            <a:ext cx="5366" cy="83188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6078411" y="629612"/>
            <a:ext cx="4763" cy="809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6073046" y="624025"/>
            <a:ext cx="537304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6391958" y="1947448"/>
            <a:ext cx="282609" cy="13655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6674566" y="1585950"/>
            <a:ext cx="237897" cy="4929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6674567" y="1595093"/>
            <a:ext cx="0" cy="3523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6391959" y="2303743"/>
            <a:ext cx="28260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6674567" y="2303743"/>
            <a:ext cx="0" cy="2632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H="1" flipV="1">
            <a:off x="6674567" y="2566318"/>
            <a:ext cx="452514" cy="55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4970132" y="2529419"/>
            <a:ext cx="340056" cy="1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5310188" y="2266174"/>
            <a:ext cx="0" cy="2632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V="1">
            <a:off x="5306310" y="2265099"/>
            <a:ext cx="214389" cy="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flipH="1" flipV="1">
            <a:off x="3963194" y="490538"/>
            <a:ext cx="447718" cy="72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 flipV="1">
            <a:off x="5670641" y="2986204"/>
            <a:ext cx="1997" cy="21965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5670641" y="3198590"/>
            <a:ext cx="265662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 flipH="1">
            <a:off x="5928613" y="3205862"/>
            <a:ext cx="7690" cy="76951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 flipH="1">
            <a:off x="4877467" y="3975372"/>
            <a:ext cx="465341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/>
          <p:cNvCxnSpPr/>
          <p:nvPr/>
        </p:nvCxnSpPr>
        <p:spPr>
          <a:xfrm flipH="1">
            <a:off x="4877468" y="4816422"/>
            <a:ext cx="527380" cy="2227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/>
          <p:nvPr/>
        </p:nvCxnSpPr>
        <p:spPr>
          <a:xfrm>
            <a:off x="6872288" y="4712258"/>
            <a:ext cx="685800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6674566" y="3963215"/>
            <a:ext cx="685800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>
            <a:off x="8034053" y="3819636"/>
            <a:ext cx="6858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>
            <a:endCxn id="19" idx="1"/>
          </p:cNvCxnSpPr>
          <p:nvPr/>
        </p:nvCxnSpPr>
        <p:spPr>
          <a:xfrm flipV="1">
            <a:off x="8162925" y="4710812"/>
            <a:ext cx="507076" cy="14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/>
          <p:cNvCxnSpPr/>
          <p:nvPr/>
        </p:nvCxnSpPr>
        <p:spPr>
          <a:xfrm flipH="1" flipV="1">
            <a:off x="3533776" y="4083051"/>
            <a:ext cx="726562" cy="31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 flipV="1">
            <a:off x="3684350" y="4762858"/>
            <a:ext cx="726562" cy="31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V="1">
            <a:off x="3472565" y="2405364"/>
            <a:ext cx="929077" cy="656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/>
          <p:cNvCxnSpPr/>
          <p:nvPr/>
        </p:nvCxnSpPr>
        <p:spPr>
          <a:xfrm flipH="1" flipV="1">
            <a:off x="2560321" y="2856761"/>
            <a:ext cx="915136" cy="585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>
            <a:off x="3472565" y="2411933"/>
            <a:ext cx="2892" cy="4448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/>
          <p:nvPr/>
        </p:nvCxnSpPr>
        <p:spPr>
          <a:xfrm flipV="1">
            <a:off x="6127565" y="4770453"/>
            <a:ext cx="8383" cy="70986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1220369" y="1351500"/>
            <a:ext cx="914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PC/Laptop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701241" y="56831"/>
            <a:ext cx="10053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Water pump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458563" y="1008195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Relay module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3459" y="2584154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Air Telemetry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01915" y="287393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GPS Module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900824" y="1809013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Buzzer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06387" y="1097826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Radio Receiver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77436" y="1101020"/>
            <a:ext cx="11481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Radio Remote Controller</a:t>
            </a:r>
          </a:p>
        </p:txBody>
      </p:sp>
      <p:pic>
        <p:nvPicPr>
          <p:cNvPr id="123" name="Picture 122"/>
          <p:cNvPicPr>
            <a:picLocks noChangeAspect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4757" b="95133" l="0" r="9680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990" y="5153655"/>
            <a:ext cx="1151304" cy="978175"/>
          </a:xfrm>
          <a:prstGeom prst="rect">
            <a:avLst/>
          </a:prstGeom>
        </p:spPr>
      </p:pic>
      <p:pic>
        <p:nvPicPr>
          <p:cNvPr id="124" name="Picture 123"/>
          <p:cNvPicPr>
            <a:picLocks noChangeAspect="1"/>
          </p:cNvPicPr>
          <p:nvPr/>
        </p:nvPicPr>
        <p:blipFill>
          <a:blip r:embed="rId20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6400" l="10000" r="978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5674" y="5168283"/>
            <a:ext cx="1003300" cy="1003300"/>
          </a:xfrm>
          <a:prstGeom prst="rect">
            <a:avLst/>
          </a:prstGeom>
        </p:spPr>
      </p:pic>
      <p:cxnSp>
        <p:nvCxnSpPr>
          <p:cNvPr id="125" name="Straight Arrow Connector 124"/>
          <p:cNvCxnSpPr/>
          <p:nvPr/>
        </p:nvCxnSpPr>
        <p:spPr>
          <a:xfrm flipH="1">
            <a:off x="5016495" y="4976027"/>
            <a:ext cx="569369" cy="29211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 flipV="1">
            <a:off x="3203903" y="5809125"/>
            <a:ext cx="726562" cy="31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542" y="5108902"/>
            <a:ext cx="1151304" cy="978175"/>
          </a:xfrm>
          <a:prstGeom prst="rect">
            <a:avLst/>
          </a:prstGeom>
        </p:spPr>
      </p:pic>
      <p:pic>
        <p:nvPicPr>
          <p:cNvPr id="128" name="Picture 127"/>
          <p:cNvPicPr>
            <a:picLocks noChangeAspect="1"/>
          </p:cNvPicPr>
          <p:nvPr/>
        </p:nvPicPr>
        <p:blipFill>
          <a:blip r:embed="rId21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4500" l="4400" r="998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786" y="5061073"/>
            <a:ext cx="1003300" cy="1003300"/>
          </a:xfrm>
          <a:prstGeom prst="rect">
            <a:avLst/>
          </a:prstGeom>
        </p:spPr>
      </p:pic>
      <p:cxnSp>
        <p:nvCxnSpPr>
          <p:cNvPr id="129" name="Straight Arrow Connector 128"/>
          <p:cNvCxnSpPr/>
          <p:nvPr/>
        </p:nvCxnSpPr>
        <p:spPr>
          <a:xfrm>
            <a:off x="6723156" y="4871037"/>
            <a:ext cx="557518" cy="46691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/>
          <p:cNvCxnSpPr>
            <a:endCxn id="128" idx="1"/>
          </p:cNvCxnSpPr>
          <p:nvPr/>
        </p:nvCxnSpPr>
        <p:spPr>
          <a:xfrm flipV="1">
            <a:off x="7968710" y="5562723"/>
            <a:ext cx="507076" cy="14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4215015" y="3690446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30191" y="449967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76164" y="530995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243424" y="3573891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74874" y="4348124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120635" y="5324037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14485" y="353664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496206" y="445314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342916" y="5243116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182155" y="373973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65054" y="469902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977436" y="559798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14268" y="4744985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PDB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212265" y="6087077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Lipo</a:t>
            </a:r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 Battery</a:t>
            </a:r>
          </a:p>
        </p:txBody>
      </p:sp>
      <p:pic>
        <p:nvPicPr>
          <p:cNvPr id="151" name="Picture 150"/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0" b="97000" l="10000" r="95556">
                        <a14:foregroundMark x1="57778" y1="11000" x2="71111" y2="5000"/>
                        <a14:foregroundMark x1="52222" y1="10000" x2="51111" y2="3500"/>
                        <a14:foregroundMark x1="55556" y1="3000" x2="65556" y2="4500"/>
                        <a14:foregroundMark x1="57778" y1="7500" x2="67778" y2="11500"/>
                        <a14:foregroundMark x1="67778" y1="13000" x2="64444" y2="6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0723" y="1379490"/>
            <a:ext cx="315554" cy="701230"/>
          </a:xfrm>
          <a:prstGeom prst="rect">
            <a:avLst/>
          </a:prstGeom>
        </p:spPr>
      </p:pic>
      <p:cxnSp>
        <p:nvCxnSpPr>
          <p:cNvPr id="152" name="Straight Connector 151"/>
          <p:cNvCxnSpPr/>
          <p:nvPr/>
        </p:nvCxnSpPr>
        <p:spPr>
          <a:xfrm flipH="1">
            <a:off x="4893294" y="1703407"/>
            <a:ext cx="340056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>
            <a:off x="5233182" y="1697858"/>
            <a:ext cx="0" cy="2632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/>
          <p:cNvCxnSpPr/>
          <p:nvPr/>
        </p:nvCxnSpPr>
        <p:spPr>
          <a:xfrm flipV="1">
            <a:off x="5226684" y="1960567"/>
            <a:ext cx="304666" cy="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249021" y="6002078"/>
            <a:ext cx="1390115" cy="6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96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931832" y="1429556"/>
            <a:ext cx="887568" cy="44056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Masalah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931832" y="2986515"/>
            <a:ext cx="887568" cy="367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Solusi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31832" y="4289185"/>
            <a:ext cx="887568" cy="41491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Hasil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diharapkan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552959" y="975687"/>
            <a:ext cx="3924030" cy="131293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Pengunaan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pupuk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secara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manual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oleh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petani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memiliki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beberapa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efek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negatif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diantaranya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jika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pupuk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terkena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kulit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menyebabkan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gatal-gatal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iritasi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karena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pupuk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mengandung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kimia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berbahaya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v-SE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Penyemprotan  yang dilakukan secara manual juga berpotensi merusak tanaman karena dalam proses penyemprotan banyak tanaman yang terinjak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552959" y="2603816"/>
            <a:ext cx="3924030" cy="113339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teknologi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drone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petani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perlu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melakukan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penyemprotan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secara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langsung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sehingga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menghindari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terjadinya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iritasi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kulit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akibat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menghindari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kerusakan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tanaman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akibat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proses penyemprotan banyak tanaman yang terinjak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552960" y="4019898"/>
            <a:ext cx="3924030" cy="93310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Menghasilkan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prototype drone yang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mampu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melakukan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penyemprotan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cairan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kebutuhan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bidang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pertanian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/>
          <p:cNvCxnSpPr>
            <a:stCxn id="5" idx="2"/>
            <a:endCxn id="7" idx="0"/>
          </p:cNvCxnSpPr>
          <p:nvPr/>
        </p:nvCxnSpPr>
        <p:spPr>
          <a:xfrm>
            <a:off x="2375616" y="1870123"/>
            <a:ext cx="0" cy="11163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2"/>
            <a:endCxn id="8" idx="0"/>
          </p:cNvCxnSpPr>
          <p:nvPr/>
        </p:nvCxnSpPr>
        <p:spPr>
          <a:xfrm>
            <a:off x="2375616" y="3354507"/>
            <a:ext cx="0" cy="9346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5" idx="3"/>
            <a:endCxn id="9" idx="1"/>
          </p:cNvCxnSpPr>
          <p:nvPr/>
        </p:nvCxnSpPr>
        <p:spPr>
          <a:xfrm flipV="1">
            <a:off x="2819400" y="1632154"/>
            <a:ext cx="733559" cy="17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7" idx="3"/>
            <a:endCxn id="10" idx="1"/>
          </p:cNvCxnSpPr>
          <p:nvPr/>
        </p:nvCxnSpPr>
        <p:spPr>
          <a:xfrm>
            <a:off x="2819400" y="3170511"/>
            <a:ext cx="73355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8" idx="3"/>
            <a:endCxn id="11" idx="1"/>
          </p:cNvCxnSpPr>
          <p:nvPr/>
        </p:nvCxnSpPr>
        <p:spPr>
          <a:xfrm flipV="1">
            <a:off x="2819400" y="4486449"/>
            <a:ext cx="733560" cy="101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4936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3093245" y="368056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995614" y="866777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995614" y="1315592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 Auto</a:t>
            </a:r>
          </a:p>
        </p:txBody>
      </p:sp>
      <p:sp>
        <p:nvSpPr>
          <p:cNvPr id="8" name="Rectangle 7"/>
          <p:cNvSpPr/>
          <p:nvPr/>
        </p:nvSpPr>
        <p:spPr>
          <a:xfrm>
            <a:off x="2995614" y="1733550"/>
            <a:ext cx="1271586" cy="2952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2995614" y="2218182"/>
            <a:ext cx="1271586" cy="247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Waypoint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95614" y="2683435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</a:t>
            </a:r>
          </a:p>
        </p:txBody>
      </p:sp>
      <p:cxnSp>
        <p:nvCxnSpPr>
          <p:cNvPr id="14" name="Straight Arrow Connector 13"/>
          <p:cNvCxnSpPr>
            <a:stCxn id="4" idx="4"/>
            <a:endCxn id="6" idx="0"/>
          </p:cNvCxnSpPr>
          <p:nvPr/>
        </p:nvCxnSpPr>
        <p:spPr>
          <a:xfrm>
            <a:off x="3631407" y="646562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2"/>
            <a:endCxn id="7" idx="0"/>
          </p:cNvCxnSpPr>
          <p:nvPr/>
        </p:nvCxnSpPr>
        <p:spPr>
          <a:xfrm>
            <a:off x="3631407" y="1095377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3631407" y="1544192"/>
            <a:ext cx="0" cy="1893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8" idx="2"/>
            <a:endCxn id="9" idx="0"/>
          </p:cNvCxnSpPr>
          <p:nvPr/>
        </p:nvCxnSpPr>
        <p:spPr>
          <a:xfrm>
            <a:off x="3631407" y="2028824"/>
            <a:ext cx="0" cy="1893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9" idx="2"/>
            <a:endCxn id="11" idx="0"/>
          </p:cNvCxnSpPr>
          <p:nvPr/>
        </p:nvCxnSpPr>
        <p:spPr>
          <a:xfrm>
            <a:off x="3631407" y="2465832"/>
            <a:ext cx="0" cy="2176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725828" y="790263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Terbang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Sesuai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Misi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3500438" y="3309801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33" name="Straight Arrow Connector 32"/>
          <p:cNvCxnSpPr>
            <a:stCxn id="11" idx="2"/>
            <a:endCxn id="21" idx="0"/>
          </p:cNvCxnSpPr>
          <p:nvPr/>
        </p:nvCxnSpPr>
        <p:spPr>
          <a:xfrm>
            <a:off x="3631407" y="2994595"/>
            <a:ext cx="0" cy="3152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230653" y="368056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25828" y="1376298"/>
            <a:ext cx="1271586" cy="338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Waypoint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25828" y="1901365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25828" y="2372275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 to 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25828" y="2845413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Landing</a:t>
            </a:r>
          </a:p>
        </p:txBody>
      </p:sp>
      <p:sp>
        <p:nvSpPr>
          <p:cNvPr id="45" name="Oval 44"/>
          <p:cNvSpPr/>
          <p:nvPr/>
        </p:nvSpPr>
        <p:spPr>
          <a:xfrm>
            <a:off x="4823459" y="3304150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Straight Arrow Connector 45"/>
          <p:cNvCxnSpPr>
            <a:stCxn id="39" idx="4"/>
            <a:endCxn id="27" idx="0"/>
          </p:cNvCxnSpPr>
          <p:nvPr/>
        </p:nvCxnSpPr>
        <p:spPr>
          <a:xfrm flipH="1">
            <a:off x="5361621" y="615706"/>
            <a:ext cx="1" cy="1745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27" idx="2"/>
            <a:endCxn id="41" idx="0"/>
          </p:cNvCxnSpPr>
          <p:nvPr/>
        </p:nvCxnSpPr>
        <p:spPr>
          <a:xfrm>
            <a:off x="5361621" y="1212029"/>
            <a:ext cx="0" cy="1642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1" idx="2"/>
            <a:endCxn id="42" idx="0"/>
          </p:cNvCxnSpPr>
          <p:nvPr/>
        </p:nvCxnSpPr>
        <p:spPr>
          <a:xfrm>
            <a:off x="5361621" y="1715197"/>
            <a:ext cx="0" cy="1861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42" idx="2"/>
            <a:endCxn id="43" idx="0"/>
          </p:cNvCxnSpPr>
          <p:nvPr/>
        </p:nvCxnSpPr>
        <p:spPr>
          <a:xfrm>
            <a:off x="5361621" y="2212525"/>
            <a:ext cx="0" cy="1597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43" idx="2"/>
            <a:endCxn id="44" idx="0"/>
          </p:cNvCxnSpPr>
          <p:nvPr/>
        </p:nvCxnSpPr>
        <p:spPr>
          <a:xfrm>
            <a:off x="5361621" y="2683435"/>
            <a:ext cx="0" cy="1619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44" idx="2"/>
            <a:endCxn id="45" idx="0"/>
          </p:cNvCxnSpPr>
          <p:nvPr/>
        </p:nvCxnSpPr>
        <p:spPr>
          <a:xfrm>
            <a:off x="5361621" y="3156573"/>
            <a:ext cx="0" cy="1475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9799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3093245" y="368056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995614" y="866777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Study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995614" y="1315592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Desain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995614" y="1733550"/>
            <a:ext cx="1271586" cy="2952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Perancangan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Alat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95614" y="2257423"/>
            <a:ext cx="1271586" cy="247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Alat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Diamond 8"/>
          <p:cNvSpPr/>
          <p:nvPr/>
        </p:nvSpPr>
        <p:spPr>
          <a:xfrm>
            <a:off x="2814639" y="2666997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Berhasil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995614" y="3438523"/>
            <a:ext cx="1271586" cy="4762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Analisis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Hasil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Kesimpulan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3093245" y="4086214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/>
          <p:cNvCxnSpPr>
            <a:stCxn id="4" idx="4"/>
            <a:endCxn id="5" idx="0"/>
          </p:cNvCxnSpPr>
          <p:nvPr/>
        </p:nvCxnSpPr>
        <p:spPr>
          <a:xfrm>
            <a:off x="3631407" y="646562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2"/>
            <a:endCxn id="6" idx="0"/>
          </p:cNvCxnSpPr>
          <p:nvPr/>
        </p:nvCxnSpPr>
        <p:spPr>
          <a:xfrm>
            <a:off x="3631407" y="1095377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6" idx="2"/>
            <a:endCxn id="7" idx="0"/>
          </p:cNvCxnSpPr>
          <p:nvPr/>
        </p:nvCxnSpPr>
        <p:spPr>
          <a:xfrm>
            <a:off x="3631407" y="1544192"/>
            <a:ext cx="0" cy="1893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7" idx="2"/>
            <a:endCxn id="8" idx="0"/>
          </p:cNvCxnSpPr>
          <p:nvPr/>
        </p:nvCxnSpPr>
        <p:spPr>
          <a:xfrm>
            <a:off x="3631407" y="2028824"/>
            <a:ext cx="0" cy="228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8" idx="2"/>
            <a:endCxn id="9" idx="0"/>
          </p:cNvCxnSpPr>
          <p:nvPr/>
        </p:nvCxnSpPr>
        <p:spPr>
          <a:xfrm>
            <a:off x="3631407" y="2505073"/>
            <a:ext cx="0" cy="16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9" idx="2"/>
            <a:endCxn id="10" idx="0"/>
          </p:cNvCxnSpPr>
          <p:nvPr/>
        </p:nvCxnSpPr>
        <p:spPr>
          <a:xfrm>
            <a:off x="3631407" y="3276600"/>
            <a:ext cx="0" cy="161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2"/>
            <a:endCxn id="11" idx="0"/>
          </p:cNvCxnSpPr>
          <p:nvPr/>
        </p:nvCxnSpPr>
        <p:spPr>
          <a:xfrm>
            <a:off x="3631407" y="3914772"/>
            <a:ext cx="0" cy="1714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9" idx="3"/>
          </p:cNvCxnSpPr>
          <p:nvPr/>
        </p:nvCxnSpPr>
        <p:spPr>
          <a:xfrm flipV="1">
            <a:off x="4448175" y="2971798"/>
            <a:ext cx="451485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4899660" y="1881187"/>
            <a:ext cx="0" cy="10906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7" idx="3"/>
          </p:cNvCxnSpPr>
          <p:nvPr/>
        </p:nvCxnSpPr>
        <p:spPr>
          <a:xfrm flipH="1">
            <a:off x="4267200" y="1881186"/>
            <a:ext cx="632460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48174" y="2737273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635217" y="3175425"/>
            <a:ext cx="451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2667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2B996C3-E545-4763-BD13-480354D8521B}"/>
              </a:ext>
            </a:extLst>
          </p:cNvPr>
          <p:cNvSpPr/>
          <p:nvPr/>
        </p:nvSpPr>
        <p:spPr>
          <a:xfrm>
            <a:off x="3093245" y="368056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ED183D-3F0F-4055-92B8-308CE8ED5DBB}"/>
              </a:ext>
            </a:extLst>
          </p:cNvPr>
          <p:cNvSpPr/>
          <p:nvPr/>
        </p:nvSpPr>
        <p:spPr>
          <a:xfrm>
            <a:off x="2995614" y="866777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Inisialisasi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drone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A5A129-598B-47C3-BE56-3DDC5C8F47AB}"/>
              </a:ext>
            </a:extLst>
          </p:cNvPr>
          <p:cNvCxnSpPr>
            <a:stCxn id="4" idx="4"/>
            <a:endCxn id="6" idx="0"/>
          </p:cNvCxnSpPr>
          <p:nvPr/>
        </p:nvCxnSpPr>
        <p:spPr>
          <a:xfrm>
            <a:off x="3631407" y="646562"/>
            <a:ext cx="0" cy="220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5778BE6-E06C-4B52-A0B7-37F86D22C4ED}"/>
              </a:ext>
            </a:extLst>
          </p:cNvPr>
          <p:cNvSpPr/>
          <p:nvPr/>
        </p:nvSpPr>
        <p:spPr>
          <a:xfrm>
            <a:off x="2995614" y="1315592"/>
            <a:ext cx="1271586" cy="406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Menghubungkan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ardupilot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13A670-A2A8-49AF-BF74-2D27E2C9AF99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3631407" y="1095377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iamond 12">
            <a:extLst>
              <a:ext uri="{FF2B5EF4-FFF2-40B4-BE49-F238E27FC236}">
                <a16:creationId xmlns:a16="http://schemas.microsoft.com/office/drawing/2014/main" id="{26E20895-D6CA-4044-95A5-007FAF4309DD}"/>
              </a:ext>
            </a:extLst>
          </p:cNvPr>
          <p:cNvSpPr/>
          <p:nvPr/>
        </p:nvSpPr>
        <p:spPr>
          <a:xfrm>
            <a:off x="2768603" y="1925384"/>
            <a:ext cx="1725607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Ardupilot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Terhubung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49BF99-C13F-44D1-8C8C-A1960AB8378F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>
            <a:off x="3631407" y="1722120"/>
            <a:ext cx="0" cy="2032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13E2CB-8740-43F1-95B5-CF9A90EEE97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4494210" y="2230186"/>
            <a:ext cx="4054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F145D06-587D-447A-9F44-605368BACF0D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4267200" y="1518856"/>
            <a:ext cx="6324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C204F6-E26B-4F31-B15A-49274B48D1A4}"/>
              </a:ext>
            </a:extLst>
          </p:cNvPr>
          <p:cNvSpPr txBox="1"/>
          <p:nvPr/>
        </p:nvSpPr>
        <p:spPr>
          <a:xfrm>
            <a:off x="3718084" y="2461252"/>
            <a:ext cx="451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7E1A622-B58E-4029-A008-950AE99034FF}"/>
              </a:ext>
            </a:extLst>
          </p:cNvPr>
          <p:cNvCxnSpPr>
            <a:cxnSpLocks/>
          </p:cNvCxnSpPr>
          <p:nvPr/>
        </p:nvCxnSpPr>
        <p:spPr>
          <a:xfrm flipV="1">
            <a:off x="4899660" y="1518857"/>
            <a:ext cx="0" cy="7113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73C80BD-B0A4-4784-8D54-006F3BC7BE4B}"/>
              </a:ext>
            </a:extLst>
          </p:cNvPr>
          <p:cNvSpPr txBox="1"/>
          <p:nvPr/>
        </p:nvSpPr>
        <p:spPr>
          <a:xfrm>
            <a:off x="4437855" y="2008611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2798288-5983-4D12-9A15-4861A218DF91}"/>
              </a:ext>
            </a:extLst>
          </p:cNvPr>
          <p:cNvSpPr/>
          <p:nvPr/>
        </p:nvSpPr>
        <p:spPr>
          <a:xfrm>
            <a:off x="5297326" y="478381"/>
            <a:ext cx="1271586" cy="3640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Kalibrasi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Accelerometer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24E962-CB8D-4D76-B392-D601A7DFE20D}"/>
              </a:ext>
            </a:extLst>
          </p:cNvPr>
          <p:cNvSpPr/>
          <p:nvPr/>
        </p:nvSpPr>
        <p:spPr>
          <a:xfrm>
            <a:off x="5297326" y="1097508"/>
            <a:ext cx="1271586" cy="3640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Kalibrasi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Gyro Sensor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4697C9E-AA0F-4CD5-93C8-7E4313C27865}"/>
              </a:ext>
            </a:extLst>
          </p:cNvPr>
          <p:cNvSpPr/>
          <p:nvPr/>
        </p:nvSpPr>
        <p:spPr>
          <a:xfrm>
            <a:off x="5297326" y="1716635"/>
            <a:ext cx="1271586" cy="3640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Kalibrasi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Sensor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Kompas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F263A83-A1F9-4565-8986-1C4BCD6E5384}"/>
              </a:ext>
            </a:extLst>
          </p:cNvPr>
          <p:cNvCxnSpPr>
            <a:cxnSpLocks/>
            <a:stCxn id="39" idx="2"/>
            <a:endCxn id="42" idx="0"/>
          </p:cNvCxnSpPr>
          <p:nvPr/>
        </p:nvCxnSpPr>
        <p:spPr>
          <a:xfrm>
            <a:off x="5933119" y="842428"/>
            <a:ext cx="0" cy="2550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522816-7989-495B-B273-A341A5897600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>
            <a:off x="5933119" y="1461555"/>
            <a:ext cx="0" cy="2550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FB376376-1441-4EE0-B2D1-EA7A058A0913}"/>
              </a:ext>
            </a:extLst>
          </p:cNvPr>
          <p:cNvSpPr/>
          <p:nvPr/>
        </p:nvSpPr>
        <p:spPr>
          <a:xfrm>
            <a:off x="5394956" y="2256481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D3BBA40-BA1A-45D4-8BF8-5FB3239C4425}"/>
              </a:ext>
            </a:extLst>
          </p:cNvPr>
          <p:cNvCxnSpPr>
            <a:cxnSpLocks/>
            <a:stCxn id="43" idx="2"/>
            <a:endCxn id="50" idx="0"/>
          </p:cNvCxnSpPr>
          <p:nvPr/>
        </p:nvCxnSpPr>
        <p:spPr>
          <a:xfrm flipH="1">
            <a:off x="5933118" y="2080682"/>
            <a:ext cx="1" cy="175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BDB7617-0D06-4BD2-93D8-356425829956}"/>
              </a:ext>
            </a:extLst>
          </p:cNvPr>
          <p:cNvCxnSpPr>
            <a:cxnSpLocks/>
            <a:stCxn id="13" idx="2"/>
          </p:cNvCxnSpPr>
          <p:nvPr/>
        </p:nvCxnSpPr>
        <p:spPr>
          <a:xfrm rot="5400000" flipH="1" flipV="1">
            <a:off x="3243983" y="643091"/>
            <a:ext cx="2279319" cy="1504473"/>
          </a:xfrm>
          <a:prstGeom prst="bentConnector3">
            <a:avLst>
              <a:gd name="adj1" fmla="val -10364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BA8C2420-532D-4FC8-9D4C-DDCD49C076CA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5135879" y="255668"/>
            <a:ext cx="797240" cy="22271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88DA95A2-DF71-4DA4-BB1E-9EC3123CF6C7}"/>
              </a:ext>
            </a:extLst>
          </p:cNvPr>
          <p:cNvSpPr/>
          <p:nvPr/>
        </p:nvSpPr>
        <p:spPr>
          <a:xfrm>
            <a:off x="1611118" y="3217692"/>
            <a:ext cx="1238646" cy="3678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1DBC672-B88E-41D9-A2F1-580F128E7F1E}"/>
              </a:ext>
            </a:extLst>
          </p:cNvPr>
          <p:cNvSpPr/>
          <p:nvPr/>
        </p:nvSpPr>
        <p:spPr>
          <a:xfrm>
            <a:off x="1529958" y="3735873"/>
            <a:ext cx="140096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Analisis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Kebutuhan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FA58F0A-B5EC-4C3A-B640-38B0B5C39FFE}"/>
              </a:ext>
            </a:extLst>
          </p:cNvPr>
          <p:cNvSpPr/>
          <p:nvPr/>
        </p:nvSpPr>
        <p:spPr>
          <a:xfrm>
            <a:off x="1529958" y="4130632"/>
            <a:ext cx="1400966" cy="4226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Perancangan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Desain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3C332F2-52FB-4ACB-A607-EAAAF2CC2CF0}"/>
              </a:ext>
            </a:extLst>
          </p:cNvPr>
          <p:cNvSpPr/>
          <p:nvPr/>
        </p:nvSpPr>
        <p:spPr>
          <a:xfrm>
            <a:off x="1529958" y="4703573"/>
            <a:ext cx="1400966" cy="354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Pembuatan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6E22A49-7CB9-4C40-8475-253EE401DA02}"/>
              </a:ext>
            </a:extLst>
          </p:cNvPr>
          <p:cNvSpPr/>
          <p:nvPr/>
        </p:nvSpPr>
        <p:spPr>
          <a:xfrm>
            <a:off x="1529958" y="5196168"/>
            <a:ext cx="1400966" cy="4426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Pembuatan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Penerbangan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A380BBB-94B0-4418-B2B4-7A6F097CB7FE}"/>
              </a:ext>
            </a:extLst>
          </p:cNvPr>
          <p:cNvSpPr/>
          <p:nvPr/>
        </p:nvSpPr>
        <p:spPr>
          <a:xfrm>
            <a:off x="3555050" y="3457011"/>
            <a:ext cx="1400966" cy="4426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7A0C7BD-BBB9-4DC9-AFBD-D6A614B318EF}"/>
              </a:ext>
            </a:extLst>
          </p:cNvPr>
          <p:cNvSpPr/>
          <p:nvPr/>
        </p:nvSpPr>
        <p:spPr>
          <a:xfrm>
            <a:off x="3570012" y="4898993"/>
            <a:ext cx="1400966" cy="4426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Analisis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dan Kesimpulan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FDC08E-F8DE-4C27-80D0-FFEF45B6D50B}"/>
              </a:ext>
            </a:extLst>
          </p:cNvPr>
          <p:cNvSpPr/>
          <p:nvPr/>
        </p:nvSpPr>
        <p:spPr>
          <a:xfrm>
            <a:off x="3644089" y="5520831"/>
            <a:ext cx="1238646" cy="3678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Diamond 77">
            <a:extLst>
              <a:ext uri="{FF2B5EF4-FFF2-40B4-BE49-F238E27FC236}">
                <a16:creationId xmlns:a16="http://schemas.microsoft.com/office/drawing/2014/main" id="{EC9D9F3F-4BB5-48EC-B506-07914BD558A7}"/>
              </a:ext>
            </a:extLst>
          </p:cNvPr>
          <p:cNvSpPr/>
          <p:nvPr/>
        </p:nvSpPr>
        <p:spPr>
          <a:xfrm>
            <a:off x="3468529" y="4082626"/>
            <a:ext cx="1597342" cy="68855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Berhasil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6B3E7F2-1674-4C10-9001-D01F7EEE7CE1}"/>
              </a:ext>
            </a:extLst>
          </p:cNvPr>
          <p:cNvCxnSpPr>
            <a:cxnSpLocks/>
            <a:stCxn id="69" idx="4"/>
            <a:endCxn id="70" idx="0"/>
          </p:cNvCxnSpPr>
          <p:nvPr/>
        </p:nvCxnSpPr>
        <p:spPr>
          <a:xfrm>
            <a:off x="2230441" y="3585546"/>
            <a:ext cx="0" cy="150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0BBB02C6-82AA-41AB-A208-1A0B79BF70E5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>
            <a:off x="2230441" y="3964473"/>
            <a:ext cx="0" cy="1661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9EB57BA-DE49-4DB0-A5B1-B998D1139AA5}"/>
              </a:ext>
            </a:extLst>
          </p:cNvPr>
          <p:cNvCxnSpPr>
            <a:cxnSpLocks/>
            <a:stCxn id="71" idx="2"/>
            <a:endCxn id="72" idx="0"/>
          </p:cNvCxnSpPr>
          <p:nvPr/>
        </p:nvCxnSpPr>
        <p:spPr>
          <a:xfrm>
            <a:off x="2230441" y="4553246"/>
            <a:ext cx="0" cy="150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3D6409DB-E22A-4955-A64F-8FE2CCEC501E}"/>
              </a:ext>
            </a:extLst>
          </p:cNvPr>
          <p:cNvCxnSpPr>
            <a:cxnSpLocks/>
            <a:stCxn id="72" idx="2"/>
            <a:endCxn id="73" idx="0"/>
          </p:cNvCxnSpPr>
          <p:nvPr/>
        </p:nvCxnSpPr>
        <p:spPr>
          <a:xfrm>
            <a:off x="2230441" y="5057607"/>
            <a:ext cx="0" cy="1385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6034B3D-4B7B-4165-B8F7-F08930D6A3DA}"/>
              </a:ext>
            </a:extLst>
          </p:cNvPr>
          <p:cNvCxnSpPr>
            <a:cxnSpLocks/>
            <a:stCxn id="73" idx="2"/>
            <a:endCxn id="74" idx="0"/>
          </p:cNvCxnSpPr>
          <p:nvPr/>
        </p:nvCxnSpPr>
        <p:spPr>
          <a:xfrm rot="5400000" flipH="1" flipV="1">
            <a:off x="2152092" y="3535360"/>
            <a:ext cx="2181789" cy="2025092"/>
          </a:xfrm>
          <a:prstGeom prst="bentConnector5">
            <a:avLst>
              <a:gd name="adj1" fmla="val -10478"/>
              <a:gd name="adj2" fmla="val 50000"/>
              <a:gd name="adj3" fmla="val 11047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8993F6F0-CA87-4C39-9A2B-1E7C77A8A7B7}"/>
              </a:ext>
            </a:extLst>
          </p:cNvPr>
          <p:cNvCxnSpPr>
            <a:cxnSpLocks/>
            <a:stCxn id="74" idx="2"/>
            <a:endCxn id="78" idx="0"/>
          </p:cNvCxnSpPr>
          <p:nvPr/>
        </p:nvCxnSpPr>
        <p:spPr>
          <a:xfrm>
            <a:off x="4255533" y="3899643"/>
            <a:ext cx="11667" cy="1829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EEE6E2AF-015C-466E-864C-7652939D3460}"/>
              </a:ext>
            </a:extLst>
          </p:cNvPr>
          <p:cNvCxnSpPr>
            <a:cxnSpLocks/>
            <a:stCxn id="78" idx="3"/>
            <a:endCxn id="74" idx="3"/>
          </p:cNvCxnSpPr>
          <p:nvPr/>
        </p:nvCxnSpPr>
        <p:spPr>
          <a:xfrm flipH="1" flipV="1">
            <a:off x="4956016" y="3678327"/>
            <a:ext cx="109855" cy="748575"/>
          </a:xfrm>
          <a:prstGeom prst="bentConnector3">
            <a:avLst>
              <a:gd name="adj1" fmla="val -208092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3DA93C4-6EF1-4DFC-91A9-3A62C64161C7}"/>
              </a:ext>
            </a:extLst>
          </p:cNvPr>
          <p:cNvCxnSpPr>
            <a:cxnSpLocks/>
            <a:stCxn id="78" idx="2"/>
            <a:endCxn id="75" idx="0"/>
          </p:cNvCxnSpPr>
          <p:nvPr/>
        </p:nvCxnSpPr>
        <p:spPr>
          <a:xfrm>
            <a:off x="4267200" y="4771178"/>
            <a:ext cx="3295" cy="1278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134025ED-607C-4971-8B57-11F9BBD4FAD4}"/>
              </a:ext>
            </a:extLst>
          </p:cNvPr>
          <p:cNvCxnSpPr>
            <a:cxnSpLocks/>
            <a:stCxn id="75" idx="2"/>
            <a:endCxn id="77" idx="0"/>
          </p:cNvCxnSpPr>
          <p:nvPr/>
        </p:nvCxnSpPr>
        <p:spPr>
          <a:xfrm flipH="1">
            <a:off x="4263412" y="5341625"/>
            <a:ext cx="7083" cy="1792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0E4346C-73BE-4278-BB18-597A04D902AB}"/>
              </a:ext>
            </a:extLst>
          </p:cNvPr>
          <p:cNvSpPr txBox="1"/>
          <p:nvPr/>
        </p:nvSpPr>
        <p:spPr>
          <a:xfrm>
            <a:off x="4287560" y="4632678"/>
            <a:ext cx="451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D5FC62F-692E-4ECB-9CF1-A9F493E44A66}"/>
              </a:ext>
            </a:extLst>
          </p:cNvPr>
          <p:cNvSpPr txBox="1"/>
          <p:nvPr/>
        </p:nvSpPr>
        <p:spPr>
          <a:xfrm>
            <a:off x="4988399" y="4393401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616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2704</TotalTime>
  <Words>331</Words>
  <Application>Microsoft Office PowerPoint</Application>
  <PresentationFormat>Widescreen</PresentationFormat>
  <Paragraphs>101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Hamid Septian</dc:creator>
  <cp:lastModifiedBy>Jamil Febrian</cp:lastModifiedBy>
  <cp:revision>29</cp:revision>
  <dcterms:created xsi:type="dcterms:W3CDTF">2023-08-22T15:44:11Z</dcterms:created>
  <dcterms:modified xsi:type="dcterms:W3CDTF">2023-11-03T08:39:22Z</dcterms:modified>
</cp:coreProperties>
</file>