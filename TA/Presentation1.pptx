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il Febrian" initials="JF" lastIdx="1" clrIdx="0">
    <p:extLst>
      <p:ext uri="{19B8F6BF-5375-455C-9EA6-DF929625EA0E}">
        <p15:presenceInfo xmlns:p15="http://schemas.microsoft.com/office/powerpoint/2012/main" userId="c89dad802b1a43a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>
        <p:scale>
          <a:sx n="75" d="100"/>
          <a:sy n="75" d="100"/>
        </p:scale>
        <p:origin x="4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CAB-369C-435D-9974-29C4323769E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D7CF-2F1E-455A-905A-0412582A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35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CAB-369C-435D-9974-29C4323769E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D7CF-2F1E-455A-905A-0412582A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966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CAB-369C-435D-9974-29C4323769E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D7CF-2F1E-455A-905A-0412582A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708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CAB-369C-435D-9974-29C4323769E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D7CF-2F1E-455A-905A-0412582A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05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CAB-369C-435D-9974-29C4323769E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D7CF-2F1E-455A-905A-0412582A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05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CAB-369C-435D-9974-29C4323769E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D7CF-2F1E-455A-905A-0412582A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283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CAB-369C-435D-9974-29C4323769E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D7CF-2F1E-455A-905A-0412582A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21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CAB-369C-435D-9974-29C4323769E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D7CF-2F1E-455A-905A-0412582A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8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CAB-369C-435D-9974-29C4323769E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D7CF-2F1E-455A-905A-0412582A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34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CAB-369C-435D-9974-29C4323769E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D7CF-2F1E-455A-905A-0412582A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73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5CAB-369C-435D-9974-29C4323769E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D7CF-2F1E-455A-905A-0412582A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87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15CAB-369C-435D-9974-29C4323769E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6D7CF-2F1E-455A-905A-0412582A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162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6.png"/><Relationship Id="rId3" Type="http://schemas.openxmlformats.org/officeDocument/2006/relationships/image" Target="../media/image3.jpeg"/><Relationship Id="rId21" Type="http://schemas.openxmlformats.org/officeDocument/2006/relationships/image" Target="../media/image18.png"/><Relationship Id="rId7" Type="http://schemas.openxmlformats.org/officeDocument/2006/relationships/image" Target="../media/image7.png"/><Relationship Id="rId12" Type="http://schemas.microsoft.com/office/2007/relationships/hdphoto" Target="../media/hdphoto1.wdp"/><Relationship Id="rId17" Type="http://schemas.openxmlformats.org/officeDocument/2006/relationships/image" Target="../media/image15.jpeg"/><Relationship Id="rId2" Type="http://schemas.openxmlformats.org/officeDocument/2006/relationships/image" Target="../media/image2.jpeg"/><Relationship Id="rId16" Type="http://schemas.openxmlformats.org/officeDocument/2006/relationships/image" Target="../media/image14.jpe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1.png"/><Relationship Id="rId24" Type="http://schemas.openxmlformats.org/officeDocument/2006/relationships/image" Target="../media/image1.png"/><Relationship Id="rId5" Type="http://schemas.openxmlformats.org/officeDocument/2006/relationships/image" Target="../media/image5.jpeg"/><Relationship Id="rId15" Type="http://schemas.openxmlformats.org/officeDocument/2006/relationships/image" Target="../media/image13.png"/><Relationship Id="rId23" Type="http://schemas.microsoft.com/office/2007/relationships/hdphoto" Target="../media/hdphoto4.wdp"/><Relationship Id="rId10" Type="http://schemas.openxmlformats.org/officeDocument/2006/relationships/image" Target="../media/image10.jpeg"/><Relationship Id="rId19" Type="http://schemas.microsoft.com/office/2007/relationships/hdphoto" Target="../media/hdphoto3.wdp"/><Relationship Id="rId4" Type="http://schemas.openxmlformats.org/officeDocument/2006/relationships/image" Target="../media/image4.jpeg"/><Relationship Id="rId9" Type="http://schemas.openxmlformats.org/officeDocument/2006/relationships/image" Target="../media/image9.jpeg"/><Relationship Id="rId14" Type="http://schemas.microsoft.com/office/2007/relationships/hdphoto" Target="../media/hdphoto2.wdp"/><Relationship Id="rId22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537915" y="309092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Batterai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Lipo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4S</a:t>
            </a:r>
          </a:p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(14,8 -16,8 volt) </a:t>
            </a:r>
          </a:p>
        </p:txBody>
      </p:sp>
      <p:sp>
        <p:nvSpPr>
          <p:cNvPr id="6" name="Rectangle 5"/>
          <p:cNvSpPr/>
          <p:nvPr/>
        </p:nvSpPr>
        <p:spPr>
          <a:xfrm>
            <a:off x="5537915" y="1244956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Distribution 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7096259" y="1244956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Speed Controller 1</a:t>
            </a:r>
          </a:p>
        </p:txBody>
      </p:sp>
      <p:sp>
        <p:nvSpPr>
          <p:cNvPr id="8" name="Rectangle 7"/>
          <p:cNvSpPr/>
          <p:nvPr/>
        </p:nvSpPr>
        <p:spPr>
          <a:xfrm>
            <a:off x="8564450" y="1244956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  Brushless 1 (propeller) 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96259" y="2144331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Speed Controller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96259" y="3088781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Speed Controller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96259" y="4033231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Speed Controller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96259" y="4977681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Speed Controller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96259" y="5922131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Speed Controller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64450" y="2144331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  Brushless 2 (propeller)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64450" y="3043706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  Brushless 3 (propeller)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64450" y="4033231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  Brushless 4 (propeller)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64450" y="4977681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  Brushless 5 (propeller)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64450" y="5922131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  Brushless 6 (propeller)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37915" y="2144331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Flight Controller (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Pixhawk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6693" y="2144331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Telemetry</a:t>
            </a:r>
          </a:p>
        </p:txBody>
      </p:sp>
      <p:cxnSp>
        <p:nvCxnSpPr>
          <p:cNvPr id="23" name="Straight Arrow Connector 22"/>
          <p:cNvCxnSpPr>
            <a:stCxn id="6" idx="3"/>
            <a:endCxn id="7" idx="1"/>
          </p:cNvCxnSpPr>
          <p:nvPr/>
        </p:nvCxnSpPr>
        <p:spPr>
          <a:xfrm>
            <a:off x="6735651" y="1579807"/>
            <a:ext cx="360608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915955" y="1579807"/>
            <a:ext cx="0" cy="46771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10" idx="1"/>
          </p:cNvCxnSpPr>
          <p:nvPr/>
        </p:nvCxnSpPr>
        <p:spPr>
          <a:xfrm>
            <a:off x="6915955" y="2479182"/>
            <a:ext cx="18030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6915955" y="3465019"/>
            <a:ext cx="18030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6915955" y="4389881"/>
            <a:ext cx="18030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6915955" y="5335237"/>
            <a:ext cx="18030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6915955" y="6256982"/>
            <a:ext cx="18030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8" idx="1"/>
          </p:cNvCxnSpPr>
          <p:nvPr/>
        </p:nvCxnSpPr>
        <p:spPr>
          <a:xfrm flipV="1">
            <a:off x="8293995" y="1579807"/>
            <a:ext cx="270455" cy="46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8293994" y="2479182"/>
            <a:ext cx="270455" cy="46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8293993" y="3450562"/>
            <a:ext cx="270455" cy="46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8293994" y="4389881"/>
            <a:ext cx="270455" cy="46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8293994" y="5316222"/>
            <a:ext cx="270455" cy="46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8293994" y="6262943"/>
            <a:ext cx="270455" cy="461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" idx="2"/>
            <a:endCxn id="6" idx="0"/>
          </p:cNvCxnSpPr>
          <p:nvPr/>
        </p:nvCxnSpPr>
        <p:spPr>
          <a:xfrm>
            <a:off x="6136783" y="978794"/>
            <a:ext cx="0" cy="26616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20" idx="0"/>
          </p:cNvCxnSpPr>
          <p:nvPr/>
        </p:nvCxnSpPr>
        <p:spPr>
          <a:xfrm>
            <a:off x="6136783" y="1914658"/>
            <a:ext cx="0" cy="22967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6830230" y="1419895"/>
            <a:ext cx="0" cy="46771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6830230" y="1419895"/>
            <a:ext cx="26602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6735651" y="2353345"/>
            <a:ext cx="360607" cy="43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6828316" y="3348707"/>
            <a:ext cx="26602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6828316" y="4267870"/>
            <a:ext cx="26602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6828316" y="5206083"/>
            <a:ext cx="26602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6828316" y="6097070"/>
            <a:ext cx="26602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3965843" y="3088780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 Remote Receiver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82402" y="1244956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Pump</a:t>
            </a:r>
          </a:p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Selang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Nozzle)</a:t>
            </a:r>
          </a:p>
        </p:txBody>
      </p:sp>
      <p:cxnSp>
        <p:nvCxnSpPr>
          <p:cNvPr id="68" name="Straight Arrow Connector 67"/>
          <p:cNvCxnSpPr>
            <a:stCxn id="6" idx="1"/>
            <a:endCxn id="66" idx="3"/>
          </p:cNvCxnSpPr>
          <p:nvPr/>
        </p:nvCxnSpPr>
        <p:spPr>
          <a:xfrm flipH="1">
            <a:off x="5177308" y="1579807"/>
            <a:ext cx="360607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3680138" y="1725857"/>
            <a:ext cx="1857778" cy="1824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3979572" y="1244956"/>
            <a:ext cx="1197736" cy="66970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Relay Module</a:t>
            </a:r>
          </a:p>
        </p:txBody>
      </p:sp>
      <p:cxnSp>
        <p:nvCxnSpPr>
          <p:cNvPr id="76" name="Straight Arrow Connector 75"/>
          <p:cNvCxnSpPr>
            <a:stCxn id="20" idx="1"/>
            <a:endCxn id="21" idx="3"/>
          </p:cNvCxnSpPr>
          <p:nvPr/>
        </p:nvCxnSpPr>
        <p:spPr>
          <a:xfrm flipH="1">
            <a:off x="5164429" y="2479182"/>
            <a:ext cx="37348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5344732" y="2591034"/>
            <a:ext cx="20012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108" idx="0"/>
            <a:endCxn id="20" idx="2"/>
          </p:cNvCxnSpPr>
          <p:nvPr/>
        </p:nvCxnSpPr>
        <p:spPr>
          <a:xfrm flipH="1" flipV="1">
            <a:off x="6136783" y="2814033"/>
            <a:ext cx="251" cy="12191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V="1">
            <a:off x="5351172" y="2591034"/>
            <a:ext cx="0" cy="8739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V="1">
            <a:off x="5170868" y="3459332"/>
            <a:ext cx="186743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stCxn id="66" idx="1"/>
          </p:cNvCxnSpPr>
          <p:nvPr/>
        </p:nvCxnSpPr>
        <p:spPr>
          <a:xfrm flipH="1">
            <a:off x="3680138" y="1579807"/>
            <a:ext cx="2994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flipV="1">
            <a:off x="5344732" y="2338335"/>
            <a:ext cx="186743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V="1">
            <a:off x="5351172" y="1419895"/>
            <a:ext cx="0" cy="9184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 flipH="1">
            <a:off x="5177308" y="1419895"/>
            <a:ext cx="1803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5544856" y="4977681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GPS Module</a:t>
            </a:r>
          </a:p>
        </p:txBody>
      </p:sp>
      <p:cxnSp>
        <p:nvCxnSpPr>
          <p:cNvPr id="110" name="Straight Arrow Connector 109"/>
          <p:cNvCxnSpPr/>
          <p:nvPr/>
        </p:nvCxnSpPr>
        <p:spPr>
          <a:xfrm>
            <a:off x="5817268" y="2819635"/>
            <a:ext cx="1" cy="2894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/>
          <p:nvPr/>
        </p:nvCxnSpPr>
        <p:spPr>
          <a:xfrm flipV="1">
            <a:off x="6455240" y="2814033"/>
            <a:ext cx="1308" cy="21644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5535298" y="3114656"/>
            <a:ext cx="1197736" cy="66970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Buzzer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531475" y="4033231"/>
            <a:ext cx="1211117" cy="66970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 Switch</a:t>
            </a:r>
          </a:p>
        </p:txBody>
      </p:sp>
      <p:pic>
        <p:nvPicPr>
          <p:cNvPr id="123" name="Picture 1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540" y="5206083"/>
            <a:ext cx="1390115" cy="659230"/>
          </a:xfrm>
          <a:prstGeom prst="rect">
            <a:avLst/>
          </a:prstGeom>
        </p:spPr>
      </p:pic>
      <p:sp>
        <p:nvSpPr>
          <p:cNvPr id="124" name="Rectangle 123"/>
          <p:cNvSpPr/>
          <p:nvPr/>
        </p:nvSpPr>
        <p:spPr>
          <a:xfrm>
            <a:off x="2247900" y="162953"/>
            <a:ext cx="7810500" cy="654050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869861" y="3088780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 Remote Controller</a:t>
            </a:r>
          </a:p>
        </p:txBody>
      </p:sp>
      <p:cxnSp>
        <p:nvCxnSpPr>
          <p:cNvPr id="127" name="Straight Arrow Connector 126"/>
          <p:cNvCxnSpPr>
            <a:stCxn id="125" idx="3"/>
            <a:endCxn id="64" idx="1"/>
          </p:cNvCxnSpPr>
          <p:nvPr/>
        </p:nvCxnSpPr>
        <p:spPr>
          <a:xfrm>
            <a:off x="2067597" y="3423631"/>
            <a:ext cx="1898246" cy="0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869861" y="2144331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 Telemetry </a:t>
            </a:r>
          </a:p>
        </p:txBody>
      </p:sp>
      <p:cxnSp>
        <p:nvCxnSpPr>
          <p:cNvPr id="131" name="Straight Arrow Connector 130"/>
          <p:cNvCxnSpPr>
            <a:stCxn id="130" idx="3"/>
            <a:endCxn id="21" idx="1"/>
          </p:cNvCxnSpPr>
          <p:nvPr/>
        </p:nvCxnSpPr>
        <p:spPr>
          <a:xfrm>
            <a:off x="2067597" y="2479182"/>
            <a:ext cx="1899096" cy="0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877730" y="1244956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 / Laptop </a:t>
            </a:r>
          </a:p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(GCS)</a:t>
            </a:r>
          </a:p>
        </p:txBody>
      </p:sp>
      <p:cxnSp>
        <p:nvCxnSpPr>
          <p:cNvPr id="135" name="Straight Arrow Connector 134"/>
          <p:cNvCxnSpPr>
            <a:stCxn id="130" idx="0"/>
          </p:cNvCxnSpPr>
          <p:nvPr/>
        </p:nvCxnSpPr>
        <p:spPr>
          <a:xfrm flipV="1">
            <a:off x="1468729" y="1914658"/>
            <a:ext cx="928" cy="229673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69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174" y="3737858"/>
            <a:ext cx="1819275" cy="13339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3124" y="3205862"/>
            <a:ext cx="1003300" cy="1003300"/>
          </a:xfrm>
          <a:prstGeom prst="rect">
            <a:avLst/>
          </a:prstGeom>
        </p:spPr>
      </p:pic>
      <p:pic>
        <p:nvPicPr>
          <p:cNvPr id="10" name="Picture 9" descr="https://ardupilot.org/planner/_images/new-radio-laptop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425" y="1595093"/>
            <a:ext cx="2005012" cy="1478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0675" y="260848"/>
            <a:ext cx="801624" cy="85953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7449" y="1824569"/>
            <a:ext cx="1409700" cy="14097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15330">
            <a:off x="3699594" y="1938504"/>
            <a:ext cx="1410148" cy="52811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265" y="1248481"/>
            <a:ext cx="2288076" cy="190742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600" y="5339733"/>
            <a:ext cx="2016741" cy="144129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667" y="4404819"/>
            <a:ext cx="1151304" cy="9781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173" y="4260173"/>
            <a:ext cx="1151304" cy="9781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4978" b="95575" l="2914" r="976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296" y="3498847"/>
            <a:ext cx="1151304" cy="9781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4757" b="95133" l="0" r="9680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310" y="3682897"/>
            <a:ext cx="1151304" cy="97817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001" y="4209162"/>
            <a:ext cx="1003300" cy="10033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930" y="3473722"/>
            <a:ext cx="1003300" cy="10033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" b="100000" l="0" r="996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163" y="4371151"/>
            <a:ext cx="1003300" cy="10033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411" y="-232889"/>
            <a:ext cx="1847009" cy="184700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567" y="1323461"/>
            <a:ext cx="1084580" cy="61007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439" y="42252"/>
            <a:ext cx="1163547" cy="1163547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3056" b="85972" l="2500" r="94722">
                        <a14:foregroundMark x1="37917" y1="33194" x2="37917" y2="33194"/>
                        <a14:foregroundMark x1="37361" y1="37361" x2="32639" y2="26111"/>
                        <a14:foregroundMark x1="35556" y1="32083" x2="46250" y2="21944"/>
                        <a14:foregroundMark x1="24861" y1="36250" x2="23056" y2="24722"/>
                        <a14:foregroundMark x1="18611" y1="25139" x2="45972" y2="15278"/>
                        <a14:foregroundMark x1="14722" y1="41528" x2="7639" y2="48333"/>
                        <a14:foregroundMark x1="4444" y1="53472" x2="2500" y2="61667"/>
                        <a14:foregroundMark x1="17361" y1="82083" x2="25972" y2="86111"/>
                        <a14:foregroundMark x1="49583" y1="84028" x2="53750" y2="82083"/>
                        <a14:foregroundMark x1="80556" y1="75000" x2="80556" y2="75000"/>
                        <a14:foregroundMark x1="94722" y1="10556" x2="93194" y2="209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674" y="239411"/>
            <a:ext cx="1267520" cy="1267520"/>
          </a:xfrm>
          <a:prstGeom prst="rect">
            <a:avLst/>
          </a:prstGeom>
        </p:spPr>
      </p:pic>
      <p:cxnSp>
        <p:nvCxnSpPr>
          <p:cNvPr id="26" name="Straight Arrow Connector 25"/>
          <p:cNvCxnSpPr/>
          <p:nvPr/>
        </p:nvCxnSpPr>
        <p:spPr>
          <a:xfrm>
            <a:off x="7477034" y="690616"/>
            <a:ext cx="1603466" cy="1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5585863" y="612257"/>
            <a:ext cx="25465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5840516" y="607219"/>
            <a:ext cx="5366" cy="8318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6078411" y="629612"/>
            <a:ext cx="4763" cy="8094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6073046" y="624025"/>
            <a:ext cx="537304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6391958" y="1947448"/>
            <a:ext cx="282609" cy="13655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6674566" y="1585950"/>
            <a:ext cx="237897" cy="492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6674567" y="1595093"/>
            <a:ext cx="0" cy="35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6391959" y="2303743"/>
            <a:ext cx="28260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6674567" y="2303743"/>
            <a:ext cx="0" cy="2632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6674567" y="2566318"/>
            <a:ext cx="452514" cy="55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4970132" y="2529419"/>
            <a:ext cx="340056" cy="1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5310188" y="2266174"/>
            <a:ext cx="0" cy="2632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V="1">
            <a:off x="5306310" y="2265099"/>
            <a:ext cx="214389" cy="10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 flipV="1">
            <a:off x="3963194" y="490538"/>
            <a:ext cx="447718" cy="72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V="1">
            <a:off x="5670641" y="2986204"/>
            <a:ext cx="1997" cy="2196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5670641" y="3198590"/>
            <a:ext cx="265662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flipH="1">
            <a:off x="5928613" y="3205862"/>
            <a:ext cx="7690" cy="76951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flipH="1">
            <a:off x="4877467" y="3975372"/>
            <a:ext cx="465341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>
            <a:off x="4877468" y="4816422"/>
            <a:ext cx="527380" cy="2227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6872288" y="4712258"/>
            <a:ext cx="685800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>
            <a:off x="6674566" y="3963215"/>
            <a:ext cx="685800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8034053" y="3819636"/>
            <a:ext cx="6858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endCxn id="19" idx="1"/>
          </p:cNvCxnSpPr>
          <p:nvPr/>
        </p:nvCxnSpPr>
        <p:spPr>
          <a:xfrm flipV="1">
            <a:off x="8162925" y="4710812"/>
            <a:ext cx="507076" cy="14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flipH="1" flipV="1">
            <a:off x="3533776" y="4083051"/>
            <a:ext cx="726562" cy="31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H="1" flipV="1">
            <a:off x="3684350" y="4762858"/>
            <a:ext cx="726562" cy="31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flipV="1">
            <a:off x="3472565" y="2405364"/>
            <a:ext cx="929077" cy="656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 flipH="1" flipV="1">
            <a:off x="2560321" y="2856761"/>
            <a:ext cx="915136" cy="585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>
            <a:off x="3472565" y="2411933"/>
            <a:ext cx="2892" cy="44482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 flipV="1">
            <a:off x="6127565" y="4770453"/>
            <a:ext cx="8383" cy="70986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1220369" y="1351500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PC/Laptop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701241" y="56831"/>
            <a:ext cx="10053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Water pump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458563" y="1008195"/>
            <a:ext cx="1148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Relay module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113459" y="2584154"/>
            <a:ext cx="1148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Air Telemetry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001915" y="2873939"/>
            <a:ext cx="1148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GPS Module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900824" y="1809013"/>
            <a:ext cx="1148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Buzzer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506387" y="1097826"/>
            <a:ext cx="1148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Radio Receiver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77436" y="1101020"/>
            <a:ext cx="1148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Radio Remote Controller</a:t>
            </a:r>
          </a:p>
        </p:txBody>
      </p:sp>
      <p:pic>
        <p:nvPicPr>
          <p:cNvPr id="123" name="Picture 122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4757" b="95133" l="0" r="9680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990" y="5153655"/>
            <a:ext cx="1151304" cy="978175"/>
          </a:xfrm>
          <a:prstGeom prst="rect">
            <a:avLst/>
          </a:prstGeom>
        </p:spPr>
      </p:pic>
      <p:pic>
        <p:nvPicPr>
          <p:cNvPr id="124" name="Picture 123"/>
          <p:cNvPicPr>
            <a:picLocks noChangeAspect="1"/>
          </p:cNvPicPr>
          <p:nvPr/>
        </p:nvPicPr>
        <p:blipFill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6400" l="10000" r="97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674" y="5168283"/>
            <a:ext cx="1003300" cy="1003300"/>
          </a:xfrm>
          <a:prstGeom prst="rect">
            <a:avLst/>
          </a:prstGeom>
        </p:spPr>
      </p:pic>
      <p:cxnSp>
        <p:nvCxnSpPr>
          <p:cNvPr id="125" name="Straight Arrow Connector 124"/>
          <p:cNvCxnSpPr/>
          <p:nvPr/>
        </p:nvCxnSpPr>
        <p:spPr>
          <a:xfrm flipH="1">
            <a:off x="5016495" y="4976027"/>
            <a:ext cx="569369" cy="29211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/>
          <p:nvPr/>
        </p:nvCxnSpPr>
        <p:spPr>
          <a:xfrm flipH="1" flipV="1">
            <a:off x="3203903" y="5809125"/>
            <a:ext cx="726562" cy="31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Picture 12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542" y="5108902"/>
            <a:ext cx="1151304" cy="978175"/>
          </a:xfrm>
          <a:prstGeom prst="rect">
            <a:avLst/>
          </a:prstGeom>
        </p:spPr>
      </p:pic>
      <p:pic>
        <p:nvPicPr>
          <p:cNvPr id="128" name="Picture 127"/>
          <p:cNvPicPr>
            <a:picLocks noChangeAspect="1"/>
          </p:cNvPicPr>
          <p:nvPr/>
        </p:nvPicPr>
        <p:blipFill>
          <a:blip r:embed="rId21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4500" l="4400" r="99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786" y="5061073"/>
            <a:ext cx="1003300" cy="1003300"/>
          </a:xfrm>
          <a:prstGeom prst="rect">
            <a:avLst/>
          </a:prstGeom>
        </p:spPr>
      </p:pic>
      <p:cxnSp>
        <p:nvCxnSpPr>
          <p:cNvPr id="129" name="Straight Arrow Connector 128"/>
          <p:cNvCxnSpPr/>
          <p:nvPr/>
        </p:nvCxnSpPr>
        <p:spPr>
          <a:xfrm>
            <a:off x="6723156" y="4871037"/>
            <a:ext cx="557518" cy="46691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>
            <a:endCxn id="128" idx="1"/>
          </p:cNvCxnSpPr>
          <p:nvPr/>
        </p:nvCxnSpPr>
        <p:spPr>
          <a:xfrm flipV="1">
            <a:off x="7968710" y="5562723"/>
            <a:ext cx="507076" cy="14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4215015" y="3690446"/>
            <a:ext cx="1148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ESC 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130191" y="4499679"/>
            <a:ext cx="1148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ESC 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976164" y="5309958"/>
            <a:ext cx="1148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ESC 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243424" y="3573891"/>
            <a:ext cx="1148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ESC 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474874" y="4348124"/>
            <a:ext cx="1148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ESC 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120635" y="5324037"/>
            <a:ext cx="1148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ESC 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514485" y="3536649"/>
            <a:ext cx="1148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Motor 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496206" y="4453148"/>
            <a:ext cx="1148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Motor 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342916" y="5243116"/>
            <a:ext cx="1148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Motor 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182155" y="3739738"/>
            <a:ext cx="1148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Motor 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165054" y="4699028"/>
            <a:ext cx="1148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Motor 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977436" y="5597989"/>
            <a:ext cx="1148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Motor 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114268" y="4744985"/>
            <a:ext cx="1148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PDB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212265" y="6087077"/>
            <a:ext cx="1148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err="1">
                <a:latin typeface="Times New Roman" panose="02020603050405020304" pitchFamily="18" charset="0"/>
                <a:cs typeface="Times New Roman" panose="02020603050405020304" pitchFamily="18" charset="0"/>
              </a:rPr>
              <a:t>Lipo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Battery</a:t>
            </a:r>
          </a:p>
        </p:txBody>
      </p:sp>
      <p:pic>
        <p:nvPicPr>
          <p:cNvPr id="151" name="Picture 150"/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0" b="97000" l="10000" r="95556">
                        <a14:foregroundMark x1="57778" y1="11000" x2="71111" y2="5000"/>
                        <a14:foregroundMark x1="52222" y1="10000" x2="51111" y2="3500"/>
                        <a14:foregroundMark x1="55556" y1="3000" x2="65556" y2="4500"/>
                        <a14:foregroundMark x1="57778" y1="7500" x2="67778" y2="11500"/>
                        <a14:foregroundMark x1="67778" y1="13000" x2="64444" y2="6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30723" y="1379490"/>
            <a:ext cx="315554" cy="701230"/>
          </a:xfrm>
          <a:prstGeom prst="rect">
            <a:avLst/>
          </a:prstGeom>
        </p:spPr>
      </p:pic>
      <p:cxnSp>
        <p:nvCxnSpPr>
          <p:cNvPr id="152" name="Straight Connector 151"/>
          <p:cNvCxnSpPr/>
          <p:nvPr/>
        </p:nvCxnSpPr>
        <p:spPr>
          <a:xfrm flipH="1">
            <a:off x="4893294" y="1703407"/>
            <a:ext cx="340056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5233182" y="1697858"/>
            <a:ext cx="0" cy="2632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 flipV="1">
            <a:off x="5226684" y="1960567"/>
            <a:ext cx="304666" cy="10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6" name="Picture 15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49021" y="6002078"/>
            <a:ext cx="1390115" cy="65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296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31832" y="1429556"/>
            <a:ext cx="887568" cy="44056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Masalah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31832" y="2986515"/>
            <a:ext cx="887568" cy="3679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Solusi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31832" y="4289185"/>
            <a:ext cx="887568" cy="41491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diharapkan</a:t>
            </a:r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552959" y="975687"/>
            <a:ext cx="3924030" cy="131293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Pengunaan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pupuk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pestisida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manual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petani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efek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negatif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diantaranya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jika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pupuk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pestisida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terkena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kulit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menyebabkan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gatal-gatal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iritasi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pupuk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mengandung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zat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kimia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berbahaya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v-SE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Penyemprotan  yang dilakukan secara manual juga berpotensi merusak tanaman karena dalam proses penyemprotan banyak tanaman yang terinjak</a:t>
            </a:r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52959" y="2603816"/>
            <a:ext cx="3924030" cy="113339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drone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petani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penyemprotan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pestisida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langsung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menghindari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terjadinya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iritasi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kulit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akibat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pestisida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menghindari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kerusakan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tanaman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akibat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proses penyemprotan banyak tanaman yang terinjak</a:t>
            </a:r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552960" y="4019898"/>
            <a:ext cx="3924030" cy="93310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Menghasilkan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prototype drone yang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mampu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penyemprotan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cairan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pestisida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bidang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pertanian</a:t>
            </a:r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/>
          <p:cNvCxnSpPr>
            <a:stCxn id="5" idx="2"/>
            <a:endCxn id="7" idx="0"/>
          </p:cNvCxnSpPr>
          <p:nvPr/>
        </p:nvCxnSpPr>
        <p:spPr>
          <a:xfrm>
            <a:off x="2375616" y="1870123"/>
            <a:ext cx="0" cy="11163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2"/>
            <a:endCxn id="8" idx="0"/>
          </p:cNvCxnSpPr>
          <p:nvPr/>
        </p:nvCxnSpPr>
        <p:spPr>
          <a:xfrm>
            <a:off x="2375616" y="3354507"/>
            <a:ext cx="0" cy="9346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3"/>
            <a:endCxn id="9" idx="1"/>
          </p:cNvCxnSpPr>
          <p:nvPr/>
        </p:nvCxnSpPr>
        <p:spPr>
          <a:xfrm flipV="1">
            <a:off x="2819400" y="1632154"/>
            <a:ext cx="733559" cy="176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3"/>
            <a:endCxn id="10" idx="1"/>
          </p:cNvCxnSpPr>
          <p:nvPr/>
        </p:nvCxnSpPr>
        <p:spPr>
          <a:xfrm>
            <a:off x="2819400" y="3170511"/>
            <a:ext cx="73355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8" idx="3"/>
            <a:endCxn id="11" idx="1"/>
          </p:cNvCxnSpPr>
          <p:nvPr/>
        </p:nvCxnSpPr>
        <p:spPr>
          <a:xfrm flipV="1">
            <a:off x="2819400" y="4486449"/>
            <a:ext cx="733560" cy="101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4936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51645" y="710170"/>
            <a:ext cx="1076324" cy="27850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Mulai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4014" y="1208891"/>
            <a:ext cx="1271586" cy="228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54014" y="1657706"/>
            <a:ext cx="1271586" cy="228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 Auto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54014" y="2075664"/>
            <a:ext cx="1271586" cy="2952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Takeoff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014" y="2560296"/>
            <a:ext cx="1271586" cy="247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Waypoint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4014" y="3025549"/>
            <a:ext cx="1271586" cy="311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Waterpump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</a:t>
            </a:r>
          </a:p>
        </p:txBody>
      </p:sp>
      <p:cxnSp>
        <p:nvCxnSpPr>
          <p:cNvPr id="14" name="Straight Arrow Connector 13"/>
          <p:cNvCxnSpPr>
            <a:stCxn id="4" idx="4"/>
            <a:endCxn id="6" idx="0"/>
          </p:cNvCxnSpPr>
          <p:nvPr/>
        </p:nvCxnSpPr>
        <p:spPr>
          <a:xfrm>
            <a:off x="989807" y="988676"/>
            <a:ext cx="0" cy="2202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2"/>
            <a:endCxn id="7" idx="0"/>
          </p:cNvCxnSpPr>
          <p:nvPr/>
        </p:nvCxnSpPr>
        <p:spPr>
          <a:xfrm>
            <a:off x="989807" y="1437491"/>
            <a:ext cx="0" cy="2202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2"/>
            <a:endCxn id="8" idx="0"/>
          </p:cNvCxnSpPr>
          <p:nvPr/>
        </p:nvCxnSpPr>
        <p:spPr>
          <a:xfrm>
            <a:off x="989807" y="1886306"/>
            <a:ext cx="0" cy="1893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8" idx="2"/>
            <a:endCxn id="9" idx="0"/>
          </p:cNvCxnSpPr>
          <p:nvPr/>
        </p:nvCxnSpPr>
        <p:spPr>
          <a:xfrm>
            <a:off x="989807" y="2370938"/>
            <a:ext cx="0" cy="1893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2"/>
            <a:endCxn id="11" idx="0"/>
          </p:cNvCxnSpPr>
          <p:nvPr/>
        </p:nvCxnSpPr>
        <p:spPr>
          <a:xfrm>
            <a:off x="989807" y="2807946"/>
            <a:ext cx="0" cy="2176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084228" y="1132377"/>
            <a:ext cx="1271586" cy="4217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Terbang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Misi</a:t>
            </a:r>
          </a:p>
        </p:txBody>
      </p:sp>
      <p:sp>
        <p:nvSpPr>
          <p:cNvPr id="21" name="Oval 20"/>
          <p:cNvSpPr/>
          <p:nvPr/>
        </p:nvSpPr>
        <p:spPr>
          <a:xfrm>
            <a:off x="858838" y="3651915"/>
            <a:ext cx="261937" cy="2476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33" name="Straight Arrow Connector 32"/>
          <p:cNvCxnSpPr>
            <a:cxnSpLocks/>
            <a:stCxn id="12" idx="2"/>
            <a:endCxn id="24" idx="0"/>
          </p:cNvCxnSpPr>
          <p:nvPr/>
        </p:nvCxnSpPr>
        <p:spPr>
          <a:xfrm flipH="1">
            <a:off x="7749615" y="4673358"/>
            <a:ext cx="6229" cy="1835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2589053" y="710170"/>
            <a:ext cx="261937" cy="2476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84228" y="1718412"/>
            <a:ext cx="1271586" cy="3388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Waypoint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84228" y="2243479"/>
            <a:ext cx="1271586" cy="311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Waterpump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84228" y="2714389"/>
            <a:ext cx="1271586" cy="311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to Launch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84228" y="3187527"/>
            <a:ext cx="1271586" cy="311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Landing</a:t>
            </a:r>
          </a:p>
        </p:txBody>
      </p:sp>
      <p:sp>
        <p:nvSpPr>
          <p:cNvPr id="45" name="Oval 44"/>
          <p:cNvSpPr/>
          <p:nvPr/>
        </p:nvSpPr>
        <p:spPr>
          <a:xfrm>
            <a:off x="2181859" y="3646264"/>
            <a:ext cx="1076324" cy="27850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Selesai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Straight Arrow Connector 45"/>
          <p:cNvCxnSpPr>
            <a:stCxn id="39" idx="4"/>
            <a:endCxn id="27" idx="0"/>
          </p:cNvCxnSpPr>
          <p:nvPr/>
        </p:nvCxnSpPr>
        <p:spPr>
          <a:xfrm flipH="1">
            <a:off x="2720021" y="957820"/>
            <a:ext cx="1" cy="1745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7" idx="2"/>
            <a:endCxn id="41" idx="0"/>
          </p:cNvCxnSpPr>
          <p:nvPr/>
        </p:nvCxnSpPr>
        <p:spPr>
          <a:xfrm>
            <a:off x="2720021" y="1554143"/>
            <a:ext cx="0" cy="1642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41" idx="2"/>
            <a:endCxn id="42" idx="0"/>
          </p:cNvCxnSpPr>
          <p:nvPr/>
        </p:nvCxnSpPr>
        <p:spPr>
          <a:xfrm>
            <a:off x="2720021" y="2057311"/>
            <a:ext cx="0" cy="1861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42" idx="2"/>
            <a:endCxn id="43" idx="0"/>
          </p:cNvCxnSpPr>
          <p:nvPr/>
        </p:nvCxnSpPr>
        <p:spPr>
          <a:xfrm>
            <a:off x="2720021" y="2554639"/>
            <a:ext cx="0" cy="1597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3" idx="2"/>
            <a:endCxn id="44" idx="0"/>
          </p:cNvCxnSpPr>
          <p:nvPr/>
        </p:nvCxnSpPr>
        <p:spPr>
          <a:xfrm>
            <a:off x="2720021" y="3025549"/>
            <a:ext cx="0" cy="1619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44" idx="2"/>
            <a:endCxn id="45" idx="0"/>
          </p:cNvCxnSpPr>
          <p:nvPr/>
        </p:nvCxnSpPr>
        <p:spPr>
          <a:xfrm>
            <a:off x="2720021" y="3498687"/>
            <a:ext cx="0" cy="1475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AC1D4AE2-8262-C55C-CCC4-5967C6478CD3}"/>
              </a:ext>
            </a:extLst>
          </p:cNvPr>
          <p:cNvSpPr/>
          <p:nvPr/>
        </p:nvSpPr>
        <p:spPr>
          <a:xfrm>
            <a:off x="7217682" y="710170"/>
            <a:ext cx="1076324" cy="27850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Mulai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CC5A08-1F00-9CD5-D7ED-DD838312ECF4}"/>
              </a:ext>
            </a:extLst>
          </p:cNvPr>
          <p:cNvSpPr/>
          <p:nvPr/>
        </p:nvSpPr>
        <p:spPr>
          <a:xfrm>
            <a:off x="7120051" y="1208891"/>
            <a:ext cx="1271586" cy="228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E22646-5767-5F24-395F-2E6EF97A2456}"/>
              </a:ext>
            </a:extLst>
          </p:cNvPr>
          <p:cNvSpPr/>
          <p:nvPr/>
        </p:nvSpPr>
        <p:spPr>
          <a:xfrm>
            <a:off x="7120051" y="2455172"/>
            <a:ext cx="1271586" cy="2952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Takeoff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051433-74C5-633E-AB70-857983E8C52D}"/>
              </a:ext>
            </a:extLst>
          </p:cNvPr>
          <p:cNvSpPr/>
          <p:nvPr/>
        </p:nvSpPr>
        <p:spPr>
          <a:xfrm>
            <a:off x="7120051" y="4290625"/>
            <a:ext cx="1271586" cy="382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Menyalakan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Waterpump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93A008-69DC-37AB-581D-92F0CD25A620}"/>
              </a:ext>
            </a:extLst>
          </p:cNvPr>
          <p:cNvSpPr/>
          <p:nvPr/>
        </p:nvSpPr>
        <p:spPr>
          <a:xfrm>
            <a:off x="9110774" y="3529897"/>
            <a:ext cx="1271586" cy="311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Landing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39B927-1ABA-E74E-A047-91D90938B495}"/>
              </a:ext>
            </a:extLst>
          </p:cNvPr>
          <p:cNvCxnSpPr>
            <a:stCxn id="2" idx="4"/>
            <a:endCxn id="3" idx="0"/>
          </p:cNvCxnSpPr>
          <p:nvPr/>
        </p:nvCxnSpPr>
        <p:spPr>
          <a:xfrm>
            <a:off x="7755844" y="988676"/>
            <a:ext cx="0" cy="2202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80A98C5-1C60-4402-502C-20913CBC71EF}"/>
              </a:ext>
            </a:extLst>
          </p:cNvPr>
          <p:cNvCxnSpPr>
            <a:cxnSpLocks/>
            <a:stCxn id="3" idx="2"/>
            <a:endCxn id="28" idx="1"/>
          </p:cNvCxnSpPr>
          <p:nvPr/>
        </p:nvCxnSpPr>
        <p:spPr>
          <a:xfrm>
            <a:off x="7755844" y="1437491"/>
            <a:ext cx="0" cy="2854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C49B548-D5FB-EF54-3B12-A871BDA7C4E6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7755844" y="2188742"/>
            <a:ext cx="0" cy="266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2A644D9-05F7-394E-D7F7-B532EFC6B1FF}"/>
              </a:ext>
            </a:extLst>
          </p:cNvPr>
          <p:cNvSpPr/>
          <p:nvPr/>
        </p:nvSpPr>
        <p:spPr>
          <a:xfrm>
            <a:off x="7618646" y="4856898"/>
            <a:ext cx="261937" cy="2476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8" name="Flowchart: Data 27">
            <a:extLst>
              <a:ext uri="{FF2B5EF4-FFF2-40B4-BE49-F238E27FC236}">
                <a16:creationId xmlns:a16="http://schemas.microsoft.com/office/drawing/2014/main" id="{DF371DDA-1473-7A3C-765C-4477B32BAD1A}"/>
              </a:ext>
            </a:extLst>
          </p:cNvPr>
          <p:cNvSpPr/>
          <p:nvPr/>
        </p:nvSpPr>
        <p:spPr>
          <a:xfrm>
            <a:off x="6851681" y="1722979"/>
            <a:ext cx="1808326" cy="469465"/>
          </a:xfrm>
          <a:prstGeom prst="flowChartInputOutpu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Masukkan Jarak </a:t>
            </a:r>
            <a:r>
              <a:rPr lang="en-US" sz="1200" dirty="0" err="1"/>
              <a:t>semprot</a:t>
            </a:r>
            <a:endParaRPr lang="en-ID" sz="1200" dirty="0"/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A37EA023-F971-607F-816C-FE2C4A01AF70}"/>
              </a:ext>
            </a:extLst>
          </p:cNvPr>
          <p:cNvSpPr/>
          <p:nvPr/>
        </p:nvSpPr>
        <p:spPr>
          <a:xfrm>
            <a:off x="6939076" y="3543876"/>
            <a:ext cx="1633536" cy="609603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Jarak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Semprot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57AA47F-F5CD-29F4-3A2D-64BCC7FF47AB}"/>
              </a:ext>
            </a:extLst>
          </p:cNvPr>
          <p:cNvCxnSpPr>
            <a:cxnSpLocks/>
            <a:stCxn id="10" idx="2"/>
            <a:endCxn id="56" idx="0"/>
          </p:cNvCxnSpPr>
          <p:nvPr/>
        </p:nvCxnSpPr>
        <p:spPr>
          <a:xfrm>
            <a:off x="7755844" y="2750446"/>
            <a:ext cx="0" cy="1858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AF1246BE-C804-3D54-41DC-59BB5345D9AC}"/>
              </a:ext>
            </a:extLst>
          </p:cNvPr>
          <p:cNvSpPr/>
          <p:nvPr/>
        </p:nvSpPr>
        <p:spPr>
          <a:xfrm>
            <a:off x="7120051" y="2936278"/>
            <a:ext cx="1271586" cy="4217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Terbang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Misi</a:t>
            </a:r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FCACD20-A324-B103-DD11-FB0564B871CF}"/>
              </a:ext>
            </a:extLst>
          </p:cNvPr>
          <p:cNvCxnSpPr>
            <a:cxnSpLocks/>
            <a:stCxn id="56" idx="2"/>
            <a:endCxn id="47" idx="0"/>
          </p:cNvCxnSpPr>
          <p:nvPr/>
        </p:nvCxnSpPr>
        <p:spPr>
          <a:xfrm>
            <a:off x="7755844" y="3358044"/>
            <a:ext cx="0" cy="1858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EA7CB67-F5C2-B8F1-7539-B461C2FA4ABD}"/>
              </a:ext>
            </a:extLst>
          </p:cNvPr>
          <p:cNvSpPr txBox="1"/>
          <p:nvPr/>
        </p:nvSpPr>
        <p:spPr>
          <a:xfrm>
            <a:off x="6570239" y="3564058"/>
            <a:ext cx="518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F4FEE38-9E18-FDB1-2154-C639FB61E3B0}"/>
              </a:ext>
            </a:extLst>
          </p:cNvPr>
          <p:cNvCxnSpPr>
            <a:cxnSpLocks/>
            <a:stCxn id="47" idx="2"/>
            <a:endCxn id="12" idx="0"/>
          </p:cNvCxnSpPr>
          <p:nvPr/>
        </p:nvCxnSpPr>
        <p:spPr>
          <a:xfrm>
            <a:off x="7755844" y="4153479"/>
            <a:ext cx="0" cy="1371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632C2EA0-9A1C-B6C7-9F7A-B10282670784}"/>
              </a:ext>
            </a:extLst>
          </p:cNvPr>
          <p:cNvSpPr/>
          <p:nvPr/>
        </p:nvSpPr>
        <p:spPr>
          <a:xfrm>
            <a:off x="5086027" y="3547345"/>
            <a:ext cx="1633536" cy="609603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Menekan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Tombol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Spray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5200367-D123-9217-8154-CC0F149848D8}"/>
              </a:ext>
            </a:extLst>
          </p:cNvPr>
          <p:cNvCxnSpPr>
            <a:cxnSpLocks/>
            <a:stCxn id="47" idx="1"/>
            <a:endCxn id="76" idx="3"/>
          </p:cNvCxnSpPr>
          <p:nvPr/>
        </p:nvCxnSpPr>
        <p:spPr>
          <a:xfrm flipH="1">
            <a:off x="6719563" y="3848678"/>
            <a:ext cx="219513" cy="34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4A4100A-8680-D727-EDFA-0EDA49620EB1}"/>
              </a:ext>
            </a:extLst>
          </p:cNvPr>
          <p:cNvCxnSpPr>
            <a:cxnSpLocks/>
            <a:stCxn id="76" idx="0"/>
          </p:cNvCxnSpPr>
          <p:nvPr/>
        </p:nvCxnSpPr>
        <p:spPr>
          <a:xfrm flipV="1">
            <a:off x="5902795" y="3168511"/>
            <a:ext cx="0" cy="3788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143BD02-C8C6-3A64-C5D9-C7E95114413D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5902795" y="3147161"/>
            <a:ext cx="1217256" cy="213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7D151C6-4CAF-376E-1E23-72C31B886F35}"/>
              </a:ext>
            </a:extLst>
          </p:cNvPr>
          <p:cNvSpPr txBox="1"/>
          <p:nvPr/>
        </p:nvSpPr>
        <p:spPr>
          <a:xfrm>
            <a:off x="5843938" y="3231610"/>
            <a:ext cx="518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7F70344-9887-AFCA-1400-D984F0E4BB9F}"/>
              </a:ext>
            </a:extLst>
          </p:cNvPr>
          <p:cNvCxnSpPr>
            <a:cxnSpLocks/>
          </p:cNvCxnSpPr>
          <p:nvPr/>
        </p:nvCxnSpPr>
        <p:spPr>
          <a:xfrm flipV="1">
            <a:off x="5902795" y="4481991"/>
            <a:ext cx="1217256" cy="213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199551E-038F-706D-AEDD-A2C218472FC2}"/>
              </a:ext>
            </a:extLst>
          </p:cNvPr>
          <p:cNvCxnSpPr>
            <a:cxnSpLocks/>
            <a:endCxn id="76" idx="2"/>
          </p:cNvCxnSpPr>
          <p:nvPr/>
        </p:nvCxnSpPr>
        <p:spPr>
          <a:xfrm flipH="1" flipV="1">
            <a:off x="5902795" y="4156948"/>
            <a:ext cx="10511" cy="3463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CD7C809C-235C-63B2-C93B-C309BA2DB75D}"/>
              </a:ext>
            </a:extLst>
          </p:cNvPr>
          <p:cNvSpPr txBox="1"/>
          <p:nvPr/>
        </p:nvSpPr>
        <p:spPr>
          <a:xfrm>
            <a:off x="5843938" y="4152125"/>
            <a:ext cx="518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D11B47D-592C-07C7-1E30-1CDCD2890CD2}"/>
              </a:ext>
            </a:extLst>
          </p:cNvPr>
          <p:cNvSpPr txBox="1"/>
          <p:nvPr/>
        </p:nvSpPr>
        <p:spPr>
          <a:xfrm>
            <a:off x="9701549" y="2612851"/>
            <a:ext cx="518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6E65C2F7-3984-2E7D-3EDF-BB65B21B920D}"/>
              </a:ext>
            </a:extLst>
          </p:cNvPr>
          <p:cNvSpPr/>
          <p:nvPr/>
        </p:nvSpPr>
        <p:spPr>
          <a:xfrm>
            <a:off x="9615598" y="788015"/>
            <a:ext cx="261937" cy="2476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9" name="Diamond 98">
            <a:extLst>
              <a:ext uri="{FF2B5EF4-FFF2-40B4-BE49-F238E27FC236}">
                <a16:creationId xmlns:a16="http://schemas.microsoft.com/office/drawing/2014/main" id="{BD74A9D4-3656-7B1F-96F7-06463D3EAEF6}"/>
              </a:ext>
            </a:extLst>
          </p:cNvPr>
          <p:cNvSpPr/>
          <p:nvPr/>
        </p:nvSpPr>
        <p:spPr>
          <a:xfrm>
            <a:off x="8929799" y="1245538"/>
            <a:ext cx="1633536" cy="669393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Akhir Jarak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semprot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Diamond 99">
            <a:extLst>
              <a:ext uri="{FF2B5EF4-FFF2-40B4-BE49-F238E27FC236}">
                <a16:creationId xmlns:a16="http://schemas.microsoft.com/office/drawing/2014/main" id="{0E3D28CF-D14D-10D2-CD21-D026D240F7B0}"/>
              </a:ext>
            </a:extLst>
          </p:cNvPr>
          <p:cNvSpPr/>
          <p:nvPr/>
        </p:nvSpPr>
        <p:spPr>
          <a:xfrm>
            <a:off x="8929799" y="2093053"/>
            <a:ext cx="1633536" cy="609603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Menekan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Tombol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Spray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16F1E02-709A-7C7D-B16E-C4E238919943}"/>
              </a:ext>
            </a:extLst>
          </p:cNvPr>
          <p:cNvCxnSpPr>
            <a:cxnSpLocks/>
          </p:cNvCxnSpPr>
          <p:nvPr/>
        </p:nvCxnSpPr>
        <p:spPr>
          <a:xfrm flipV="1">
            <a:off x="10563335" y="2398211"/>
            <a:ext cx="405450" cy="755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E002E86-186D-F77B-98A0-943330999F70}"/>
              </a:ext>
            </a:extLst>
          </p:cNvPr>
          <p:cNvCxnSpPr>
            <a:cxnSpLocks/>
            <a:endCxn id="98" idx="6"/>
          </p:cNvCxnSpPr>
          <p:nvPr/>
        </p:nvCxnSpPr>
        <p:spPr>
          <a:xfrm flipH="1">
            <a:off x="9877535" y="911840"/>
            <a:ext cx="10710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683653A3-EB44-0B3C-66CD-7DDFF984A958}"/>
              </a:ext>
            </a:extLst>
          </p:cNvPr>
          <p:cNvCxnSpPr>
            <a:cxnSpLocks/>
          </p:cNvCxnSpPr>
          <p:nvPr/>
        </p:nvCxnSpPr>
        <p:spPr>
          <a:xfrm>
            <a:off x="10968785" y="893949"/>
            <a:ext cx="0" cy="6721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8D2BA739-0FA6-F91E-CD31-720578B777F7}"/>
              </a:ext>
            </a:extLst>
          </p:cNvPr>
          <p:cNvCxnSpPr>
            <a:cxnSpLocks/>
          </p:cNvCxnSpPr>
          <p:nvPr/>
        </p:nvCxnSpPr>
        <p:spPr>
          <a:xfrm>
            <a:off x="8781845" y="1578839"/>
            <a:ext cx="0" cy="15027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0EC39B9-20A5-4082-BFDF-BFCB6A869BE4}"/>
              </a:ext>
            </a:extLst>
          </p:cNvPr>
          <p:cNvCxnSpPr>
            <a:cxnSpLocks/>
            <a:endCxn id="99" idx="1"/>
          </p:cNvCxnSpPr>
          <p:nvPr/>
        </p:nvCxnSpPr>
        <p:spPr>
          <a:xfrm>
            <a:off x="8781845" y="1580235"/>
            <a:ext cx="1479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C0D602C-055B-E2DD-684C-8E257EF89984}"/>
              </a:ext>
            </a:extLst>
          </p:cNvPr>
          <p:cNvCxnSpPr>
            <a:cxnSpLocks/>
            <a:stCxn id="99" idx="2"/>
            <a:endCxn id="100" idx="0"/>
          </p:cNvCxnSpPr>
          <p:nvPr/>
        </p:nvCxnSpPr>
        <p:spPr>
          <a:xfrm>
            <a:off x="9746567" y="1914931"/>
            <a:ext cx="0" cy="1781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3B9B9BA-61E2-1A68-A2F5-F4184930B539}"/>
              </a:ext>
            </a:extLst>
          </p:cNvPr>
          <p:cNvSpPr/>
          <p:nvPr/>
        </p:nvSpPr>
        <p:spPr>
          <a:xfrm>
            <a:off x="9110774" y="2870724"/>
            <a:ext cx="1271586" cy="4217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Matikan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Waterpump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84D7FC29-5721-C00D-F48E-9FC9D236C9B6}"/>
              </a:ext>
            </a:extLst>
          </p:cNvPr>
          <p:cNvCxnSpPr>
            <a:cxnSpLocks/>
            <a:endCxn id="120" idx="1"/>
          </p:cNvCxnSpPr>
          <p:nvPr/>
        </p:nvCxnSpPr>
        <p:spPr>
          <a:xfrm>
            <a:off x="8781845" y="3081607"/>
            <a:ext cx="32892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3AA9698-077E-0B49-A333-33860EFF660F}"/>
              </a:ext>
            </a:extLst>
          </p:cNvPr>
          <p:cNvCxnSpPr>
            <a:cxnSpLocks/>
            <a:endCxn id="120" idx="0"/>
          </p:cNvCxnSpPr>
          <p:nvPr/>
        </p:nvCxnSpPr>
        <p:spPr>
          <a:xfrm>
            <a:off x="9746567" y="2711197"/>
            <a:ext cx="0" cy="1595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F444AAB4-E9C3-90B7-3B8B-EA42E3D402C0}"/>
              </a:ext>
            </a:extLst>
          </p:cNvPr>
          <p:cNvSpPr txBox="1"/>
          <p:nvPr/>
        </p:nvSpPr>
        <p:spPr>
          <a:xfrm>
            <a:off x="9697747" y="1827407"/>
            <a:ext cx="518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5F9D99D-1861-7C3C-AC48-86FC38810561}"/>
              </a:ext>
            </a:extLst>
          </p:cNvPr>
          <p:cNvSpPr txBox="1"/>
          <p:nvPr/>
        </p:nvSpPr>
        <p:spPr>
          <a:xfrm>
            <a:off x="10563335" y="2369185"/>
            <a:ext cx="518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85A74921-3242-87BC-772F-E209D6D4DC08}"/>
              </a:ext>
            </a:extLst>
          </p:cNvPr>
          <p:cNvCxnSpPr>
            <a:cxnSpLocks/>
          </p:cNvCxnSpPr>
          <p:nvPr/>
        </p:nvCxnSpPr>
        <p:spPr>
          <a:xfrm>
            <a:off x="10968785" y="1565121"/>
            <a:ext cx="0" cy="8327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3FD171A1-F2AE-7D41-81E1-2735327AFFD6}"/>
              </a:ext>
            </a:extLst>
          </p:cNvPr>
          <p:cNvSpPr txBox="1"/>
          <p:nvPr/>
        </p:nvSpPr>
        <p:spPr>
          <a:xfrm>
            <a:off x="7749614" y="4040735"/>
            <a:ext cx="518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9ABC5F5-48B3-90E5-78E9-977804127CF2}"/>
              </a:ext>
            </a:extLst>
          </p:cNvPr>
          <p:cNvSpPr txBox="1"/>
          <p:nvPr/>
        </p:nvSpPr>
        <p:spPr>
          <a:xfrm>
            <a:off x="8645556" y="1345073"/>
            <a:ext cx="518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A0D8A4DD-A34A-0CC9-0DA5-AA08EA0BE9FB}"/>
              </a:ext>
            </a:extLst>
          </p:cNvPr>
          <p:cNvCxnSpPr>
            <a:cxnSpLocks/>
            <a:stCxn id="98" idx="4"/>
            <a:endCxn id="99" idx="0"/>
          </p:cNvCxnSpPr>
          <p:nvPr/>
        </p:nvCxnSpPr>
        <p:spPr>
          <a:xfrm>
            <a:off x="9746567" y="1035665"/>
            <a:ext cx="0" cy="209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1E1C6509-B730-1C8C-745B-9B8AADE5C26D}"/>
              </a:ext>
            </a:extLst>
          </p:cNvPr>
          <p:cNvCxnSpPr>
            <a:cxnSpLocks/>
            <a:stCxn id="120" idx="2"/>
            <a:endCxn id="13" idx="0"/>
          </p:cNvCxnSpPr>
          <p:nvPr/>
        </p:nvCxnSpPr>
        <p:spPr>
          <a:xfrm>
            <a:off x="9746567" y="3292490"/>
            <a:ext cx="0" cy="2374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46">
            <a:extLst>
              <a:ext uri="{FF2B5EF4-FFF2-40B4-BE49-F238E27FC236}">
                <a16:creationId xmlns:a16="http://schemas.microsoft.com/office/drawing/2014/main" id="{590E8DAB-D214-CE62-E6BD-5A49539A5D15}"/>
              </a:ext>
            </a:extLst>
          </p:cNvPr>
          <p:cNvSpPr/>
          <p:nvPr/>
        </p:nvSpPr>
        <p:spPr>
          <a:xfrm>
            <a:off x="9208405" y="4012119"/>
            <a:ext cx="1076324" cy="27850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Selesai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EAA095FE-6D9C-5557-9835-58D39547F375}"/>
              </a:ext>
            </a:extLst>
          </p:cNvPr>
          <p:cNvCxnSpPr>
            <a:cxnSpLocks/>
            <a:stCxn id="13" idx="2"/>
            <a:endCxn id="147" idx="0"/>
          </p:cNvCxnSpPr>
          <p:nvPr/>
        </p:nvCxnSpPr>
        <p:spPr>
          <a:xfrm>
            <a:off x="9746567" y="3841057"/>
            <a:ext cx="0" cy="1710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799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093245" y="368056"/>
            <a:ext cx="1076324" cy="27850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Mulai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95614" y="866777"/>
            <a:ext cx="1271586" cy="228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</a:t>
            </a:r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95614" y="1315592"/>
            <a:ext cx="1271586" cy="228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Desain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95614" y="1733550"/>
            <a:ext cx="1271586" cy="2952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Perancangan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Alat</a:t>
            </a:r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95614" y="2257423"/>
            <a:ext cx="1271586" cy="247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Pengujian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Alat</a:t>
            </a:r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iamond 8"/>
          <p:cNvSpPr/>
          <p:nvPr/>
        </p:nvSpPr>
        <p:spPr>
          <a:xfrm>
            <a:off x="2814639" y="2666997"/>
            <a:ext cx="1633536" cy="609603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Pengujian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Berhasil</a:t>
            </a:r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995614" y="3438523"/>
            <a:ext cx="1271586" cy="4762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3093245" y="4086214"/>
            <a:ext cx="1076324" cy="27850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Selesai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/>
          <p:cNvCxnSpPr>
            <a:stCxn id="4" idx="4"/>
            <a:endCxn id="5" idx="0"/>
          </p:cNvCxnSpPr>
          <p:nvPr/>
        </p:nvCxnSpPr>
        <p:spPr>
          <a:xfrm>
            <a:off x="3631407" y="646562"/>
            <a:ext cx="0" cy="2202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2"/>
            <a:endCxn id="6" idx="0"/>
          </p:cNvCxnSpPr>
          <p:nvPr/>
        </p:nvCxnSpPr>
        <p:spPr>
          <a:xfrm>
            <a:off x="3631407" y="1095377"/>
            <a:ext cx="0" cy="2202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2"/>
            <a:endCxn id="7" idx="0"/>
          </p:cNvCxnSpPr>
          <p:nvPr/>
        </p:nvCxnSpPr>
        <p:spPr>
          <a:xfrm>
            <a:off x="3631407" y="1544192"/>
            <a:ext cx="0" cy="1893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2"/>
            <a:endCxn id="8" idx="0"/>
          </p:cNvCxnSpPr>
          <p:nvPr/>
        </p:nvCxnSpPr>
        <p:spPr>
          <a:xfrm>
            <a:off x="3631407" y="2028824"/>
            <a:ext cx="0" cy="22859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2"/>
            <a:endCxn id="9" idx="0"/>
          </p:cNvCxnSpPr>
          <p:nvPr/>
        </p:nvCxnSpPr>
        <p:spPr>
          <a:xfrm>
            <a:off x="3631407" y="2505073"/>
            <a:ext cx="0" cy="1619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2"/>
            <a:endCxn id="10" idx="0"/>
          </p:cNvCxnSpPr>
          <p:nvPr/>
        </p:nvCxnSpPr>
        <p:spPr>
          <a:xfrm>
            <a:off x="3631407" y="3276600"/>
            <a:ext cx="0" cy="1619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2"/>
            <a:endCxn id="11" idx="0"/>
          </p:cNvCxnSpPr>
          <p:nvPr/>
        </p:nvCxnSpPr>
        <p:spPr>
          <a:xfrm>
            <a:off x="3631407" y="3914772"/>
            <a:ext cx="0" cy="17144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3"/>
          </p:cNvCxnSpPr>
          <p:nvPr/>
        </p:nvCxnSpPr>
        <p:spPr>
          <a:xfrm flipV="1">
            <a:off x="4448175" y="2971798"/>
            <a:ext cx="451485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899660" y="1881187"/>
            <a:ext cx="0" cy="10906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7" idx="3"/>
          </p:cNvCxnSpPr>
          <p:nvPr/>
        </p:nvCxnSpPr>
        <p:spPr>
          <a:xfrm flipH="1">
            <a:off x="4267200" y="1881186"/>
            <a:ext cx="63246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48174" y="2737273"/>
            <a:ext cx="518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35217" y="3175425"/>
            <a:ext cx="4514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err="1"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667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2B996C3-E545-4763-BD13-480354D8521B}"/>
              </a:ext>
            </a:extLst>
          </p:cNvPr>
          <p:cNvSpPr/>
          <p:nvPr/>
        </p:nvSpPr>
        <p:spPr>
          <a:xfrm>
            <a:off x="3093245" y="368056"/>
            <a:ext cx="1076324" cy="27850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Mulai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ED183D-3F0F-4055-92B8-308CE8ED5DBB}"/>
              </a:ext>
            </a:extLst>
          </p:cNvPr>
          <p:cNvSpPr/>
          <p:nvPr/>
        </p:nvSpPr>
        <p:spPr>
          <a:xfrm>
            <a:off x="2995614" y="866777"/>
            <a:ext cx="1271586" cy="228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Inisialisasi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drone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A5A129-598B-47C3-BE56-3DDC5C8F47AB}"/>
              </a:ext>
            </a:extLst>
          </p:cNvPr>
          <p:cNvCxnSpPr>
            <a:stCxn id="4" idx="4"/>
            <a:endCxn id="6" idx="0"/>
          </p:cNvCxnSpPr>
          <p:nvPr/>
        </p:nvCxnSpPr>
        <p:spPr>
          <a:xfrm>
            <a:off x="3631407" y="646562"/>
            <a:ext cx="0" cy="220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5778BE6-E06C-4B52-A0B7-37F86D22C4ED}"/>
              </a:ext>
            </a:extLst>
          </p:cNvPr>
          <p:cNvSpPr/>
          <p:nvPr/>
        </p:nvSpPr>
        <p:spPr>
          <a:xfrm>
            <a:off x="2995614" y="1315592"/>
            <a:ext cx="1271586" cy="406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Menghubungkan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ardupilot</a:t>
            </a:r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13A670-A2A8-49AF-BF74-2D27E2C9AF99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3631407" y="1095377"/>
            <a:ext cx="0" cy="2202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iamond 12">
            <a:extLst>
              <a:ext uri="{FF2B5EF4-FFF2-40B4-BE49-F238E27FC236}">
                <a16:creationId xmlns:a16="http://schemas.microsoft.com/office/drawing/2014/main" id="{26E20895-D6CA-4044-95A5-007FAF4309DD}"/>
              </a:ext>
            </a:extLst>
          </p:cNvPr>
          <p:cNvSpPr/>
          <p:nvPr/>
        </p:nvSpPr>
        <p:spPr>
          <a:xfrm>
            <a:off x="2768603" y="1925384"/>
            <a:ext cx="1725607" cy="609603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Ardupilot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Terhubung</a:t>
            </a:r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49BF99-C13F-44D1-8C8C-A1960AB8378F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3631407" y="1722120"/>
            <a:ext cx="0" cy="2032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13E2CB-8740-43F1-95B5-CF9A90EEE97B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4494210" y="2230186"/>
            <a:ext cx="4054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F145D06-587D-447A-9F44-605368BACF0D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4267200" y="1518856"/>
            <a:ext cx="6324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7C204F6-E26B-4F31-B15A-49274B48D1A4}"/>
              </a:ext>
            </a:extLst>
          </p:cNvPr>
          <p:cNvSpPr txBox="1"/>
          <p:nvPr/>
        </p:nvSpPr>
        <p:spPr>
          <a:xfrm>
            <a:off x="3718084" y="2461252"/>
            <a:ext cx="4514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err="1"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7E1A622-B58E-4029-A008-950AE99034FF}"/>
              </a:ext>
            </a:extLst>
          </p:cNvPr>
          <p:cNvCxnSpPr>
            <a:cxnSpLocks/>
          </p:cNvCxnSpPr>
          <p:nvPr/>
        </p:nvCxnSpPr>
        <p:spPr>
          <a:xfrm flipV="1">
            <a:off x="4899660" y="1518857"/>
            <a:ext cx="0" cy="7113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73C80BD-B0A4-4784-8D54-006F3BC7BE4B}"/>
              </a:ext>
            </a:extLst>
          </p:cNvPr>
          <p:cNvSpPr txBox="1"/>
          <p:nvPr/>
        </p:nvSpPr>
        <p:spPr>
          <a:xfrm>
            <a:off x="4478375" y="1762777"/>
            <a:ext cx="518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2798288-5983-4D12-9A15-4861A218DF91}"/>
              </a:ext>
            </a:extLst>
          </p:cNvPr>
          <p:cNvSpPr/>
          <p:nvPr/>
        </p:nvSpPr>
        <p:spPr>
          <a:xfrm>
            <a:off x="5297326" y="478381"/>
            <a:ext cx="1271586" cy="3640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Kalibrasi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Accelerometer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E24E962-CB8D-4D76-B392-D601A7DFE20D}"/>
              </a:ext>
            </a:extLst>
          </p:cNvPr>
          <p:cNvSpPr/>
          <p:nvPr/>
        </p:nvSpPr>
        <p:spPr>
          <a:xfrm>
            <a:off x="5297326" y="1097508"/>
            <a:ext cx="1271586" cy="3640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Kalibrasi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Gyro Sensor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4697C9E-AA0F-4CD5-93C8-7E4313C27865}"/>
              </a:ext>
            </a:extLst>
          </p:cNvPr>
          <p:cNvSpPr/>
          <p:nvPr/>
        </p:nvSpPr>
        <p:spPr>
          <a:xfrm>
            <a:off x="5297326" y="1716635"/>
            <a:ext cx="1271586" cy="3640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Kalibrasi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Sensor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Kompas</a:t>
            </a:r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F263A83-A1F9-4565-8986-1C4BCD6E5384}"/>
              </a:ext>
            </a:extLst>
          </p:cNvPr>
          <p:cNvCxnSpPr>
            <a:cxnSpLocks/>
            <a:stCxn id="39" idx="2"/>
            <a:endCxn id="42" idx="0"/>
          </p:cNvCxnSpPr>
          <p:nvPr/>
        </p:nvCxnSpPr>
        <p:spPr>
          <a:xfrm>
            <a:off x="5933119" y="842428"/>
            <a:ext cx="0" cy="2550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3522816-7989-495B-B273-A341A5897600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5933119" y="1461555"/>
            <a:ext cx="0" cy="2550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FB376376-1441-4EE0-B2D1-EA7A058A0913}"/>
              </a:ext>
            </a:extLst>
          </p:cNvPr>
          <p:cNvSpPr/>
          <p:nvPr/>
        </p:nvSpPr>
        <p:spPr>
          <a:xfrm>
            <a:off x="5394956" y="2256481"/>
            <a:ext cx="1076324" cy="27850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Selesai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D3BBA40-BA1A-45D4-8BF8-5FB3239C4425}"/>
              </a:ext>
            </a:extLst>
          </p:cNvPr>
          <p:cNvCxnSpPr>
            <a:cxnSpLocks/>
            <a:stCxn id="43" idx="2"/>
            <a:endCxn id="50" idx="0"/>
          </p:cNvCxnSpPr>
          <p:nvPr/>
        </p:nvCxnSpPr>
        <p:spPr>
          <a:xfrm flipH="1">
            <a:off x="5933118" y="2080682"/>
            <a:ext cx="1" cy="17579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4BDB7617-0D06-4BD2-93D8-356425829956}"/>
              </a:ext>
            </a:extLst>
          </p:cNvPr>
          <p:cNvCxnSpPr>
            <a:cxnSpLocks/>
            <a:stCxn id="13" idx="2"/>
          </p:cNvCxnSpPr>
          <p:nvPr/>
        </p:nvCxnSpPr>
        <p:spPr>
          <a:xfrm rot="5400000" flipH="1" flipV="1">
            <a:off x="3243983" y="643091"/>
            <a:ext cx="2279319" cy="1504473"/>
          </a:xfrm>
          <a:prstGeom prst="bentConnector3">
            <a:avLst>
              <a:gd name="adj1" fmla="val -10364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BA8C2420-532D-4FC8-9D4C-DDCD49C076CA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5135879" y="255668"/>
            <a:ext cx="797240" cy="2227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88DA95A2-DF71-4DA4-BB1E-9EC3123CF6C7}"/>
              </a:ext>
            </a:extLst>
          </p:cNvPr>
          <p:cNvSpPr/>
          <p:nvPr/>
        </p:nvSpPr>
        <p:spPr>
          <a:xfrm>
            <a:off x="1611118" y="3217692"/>
            <a:ext cx="1238646" cy="36785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Mulai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1DBC672-B88E-41D9-A2F1-580F128E7F1E}"/>
              </a:ext>
            </a:extLst>
          </p:cNvPr>
          <p:cNvSpPr/>
          <p:nvPr/>
        </p:nvSpPr>
        <p:spPr>
          <a:xfrm>
            <a:off x="1529958" y="3735873"/>
            <a:ext cx="1400966" cy="228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FA58F0A-B5EC-4C3A-B640-38B0B5C39FFE}"/>
              </a:ext>
            </a:extLst>
          </p:cNvPr>
          <p:cNvSpPr/>
          <p:nvPr/>
        </p:nvSpPr>
        <p:spPr>
          <a:xfrm>
            <a:off x="1529958" y="4130632"/>
            <a:ext cx="1400966" cy="4226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Perancangan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Desain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3C332F2-52FB-4ACB-A607-EAAAF2CC2CF0}"/>
              </a:ext>
            </a:extLst>
          </p:cNvPr>
          <p:cNvSpPr/>
          <p:nvPr/>
        </p:nvSpPr>
        <p:spPr>
          <a:xfrm>
            <a:off x="1529958" y="4703573"/>
            <a:ext cx="1400966" cy="3540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Pembuatan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6E22A49-7CB9-4C40-8475-253EE401DA02}"/>
              </a:ext>
            </a:extLst>
          </p:cNvPr>
          <p:cNvSpPr/>
          <p:nvPr/>
        </p:nvSpPr>
        <p:spPr>
          <a:xfrm>
            <a:off x="1529958" y="5196168"/>
            <a:ext cx="1400966" cy="4426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Pembuatan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Misi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Penerbangan</a:t>
            </a:r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A380BBB-94B0-4418-B2B4-7A6F097CB7FE}"/>
              </a:ext>
            </a:extLst>
          </p:cNvPr>
          <p:cNvSpPr/>
          <p:nvPr/>
        </p:nvSpPr>
        <p:spPr>
          <a:xfrm>
            <a:off x="3555050" y="3457011"/>
            <a:ext cx="1400966" cy="4426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Pengujian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7A0C7BD-BBB9-4DC9-AFBD-D6A614B318EF}"/>
              </a:ext>
            </a:extLst>
          </p:cNvPr>
          <p:cNvSpPr/>
          <p:nvPr/>
        </p:nvSpPr>
        <p:spPr>
          <a:xfrm>
            <a:off x="3570012" y="4898993"/>
            <a:ext cx="1400966" cy="4426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Kesimpulan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8FDC08E-F8DE-4C27-80D0-FFEF45B6D50B}"/>
              </a:ext>
            </a:extLst>
          </p:cNvPr>
          <p:cNvSpPr/>
          <p:nvPr/>
        </p:nvSpPr>
        <p:spPr>
          <a:xfrm>
            <a:off x="3644089" y="5520831"/>
            <a:ext cx="1238646" cy="36785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Selesai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Diamond 77">
            <a:extLst>
              <a:ext uri="{FF2B5EF4-FFF2-40B4-BE49-F238E27FC236}">
                <a16:creationId xmlns:a16="http://schemas.microsoft.com/office/drawing/2014/main" id="{EC9D9F3F-4BB5-48EC-B506-07914BD558A7}"/>
              </a:ext>
            </a:extLst>
          </p:cNvPr>
          <p:cNvSpPr/>
          <p:nvPr/>
        </p:nvSpPr>
        <p:spPr>
          <a:xfrm>
            <a:off x="3468529" y="4082626"/>
            <a:ext cx="1597342" cy="688552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Pengujian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Berhasil</a:t>
            </a:r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6B3E7F2-1674-4C10-9001-D01F7EEE7CE1}"/>
              </a:ext>
            </a:extLst>
          </p:cNvPr>
          <p:cNvCxnSpPr>
            <a:cxnSpLocks/>
            <a:stCxn id="69" idx="4"/>
            <a:endCxn id="70" idx="0"/>
          </p:cNvCxnSpPr>
          <p:nvPr/>
        </p:nvCxnSpPr>
        <p:spPr>
          <a:xfrm>
            <a:off x="2230441" y="3585546"/>
            <a:ext cx="0" cy="1503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BBB02C6-82AA-41AB-A208-1A0B79BF70E5}"/>
              </a:ext>
            </a:extLst>
          </p:cNvPr>
          <p:cNvCxnSpPr>
            <a:cxnSpLocks/>
            <a:stCxn id="70" idx="2"/>
            <a:endCxn id="71" idx="0"/>
          </p:cNvCxnSpPr>
          <p:nvPr/>
        </p:nvCxnSpPr>
        <p:spPr>
          <a:xfrm>
            <a:off x="2230441" y="3964473"/>
            <a:ext cx="0" cy="16615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9EB57BA-DE49-4DB0-A5B1-B998D1139AA5}"/>
              </a:ext>
            </a:extLst>
          </p:cNvPr>
          <p:cNvCxnSpPr>
            <a:cxnSpLocks/>
            <a:stCxn id="71" idx="2"/>
            <a:endCxn id="72" idx="0"/>
          </p:cNvCxnSpPr>
          <p:nvPr/>
        </p:nvCxnSpPr>
        <p:spPr>
          <a:xfrm>
            <a:off x="2230441" y="4553246"/>
            <a:ext cx="0" cy="1503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D6409DB-E22A-4955-A64F-8FE2CCEC501E}"/>
              </a:ext>
            </a:extLst>
          </p:cNvPr>
          <p:cNvCxnSpPr>
            <a:cxnSpLocks/>
            <a:stCxn id="72" idx="2"/>
            <a:endCxn id="73" idx="0"/>
          </p:cNvCxnSpPr>
          <p:nvPr/>
        </p:nvCxnSpPr>
        <p:spPr>
          <a:xfrm>
            <a:off x="2230441" y="5057607"/>
            <a:ext cx="0" cy="1385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E6034B3D-4B7B-4165-B8F7-F08930D6A3DA}"/>
              </a:ext>
            </a:extLst>
          </p:cNvPr>
          <p:cNvCxnSpPr>
            <a:cxnSpLocks/>
            <a:stCxn id="73" idx="2"/>
            <a:endCxn id="74" idx="0"/>
          </p:cNvCxnSpPr>
          <p:nvPr/>
        </p:nvCxnSpPr>
        <p:spPr>
          <a:xfrm rot="5400000" flipH="1" flipV="1">
            <a:off x="2152092" y="3535360"/>
            <a:ext cx="2181789" cy="2025092"/>
          </a:xfrm>
          <a:prstGeom prst="bentConnector5">
            <a:avLst>
              <a:gd name="adj1" fmla="val -10478"/>
              <a:gd name="adj2" fmla="val 50000"/>
              <a:gd name="adj3" fmla="val 11047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993F6F0-CA87-4C39-9A2B-1E7C77A8A7B7}"/>
              </a:ext>
            </a:extLst>
          </p:cNvPr>
          <p:cNvCxnSpPr>
            <a:cxnSpLocks/>
            <a:stCxn id="74" idx="2"/>
            <a:endCxn id="78" idx="0"/>
          </p:cNvCxnSpPr>
          <p:nvPr/>
        </p:nvCxnSpPr>
        <p:spPr>
          <a:xfrm>
            <a:off x="4255533" y="3899643"/>
            <a:ext cx="11667" cy="1829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EEE6E2AF-015C-466E-864C-7652939D3460}"/>
              </a:ext>
            </a:extLst>
          </p:cNvPr>
          <p:cNvCxnSpPr>
            <a:cxnSpLocks/>
            <a:stCxn id="78" idx="3"/>
            <a:endCxn id="74" idx="3"/>
          </p:cNvCxnSpPr>
          <p:nvPr/>
        </p:nvCxnSpPr>
        <p:spPr>
          <a:xfrm flipH="1" flipV="1">
            <a:off x="4956016" y="3678327"/>
            <a:ext cx="109855" cy="748575"/>
          </a:xfrm>
          <a:prstGeom prst="bentConnector3">
            <a:avLst>
              <a:gd name="adj1" fmla="val -208092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93DA93C4-6EF1-4DFC-91A9-3A62C64161C7}"/>
              </a:ext>
            </a:extLst>
          </p:cNvPr>
          <p:cNvCxnSpPr>
            <a:cxnSpLocks/>
            <a:stCxn id="78" idx="2"/>
            <a:endCxn id="75" idx="0"/>
          </p:cNvCxnSpPr>
          <p:nvPr/>
        </p:nvCxnSpPr>
        <p:spPr>
          <a:xfrm>
            <a:off x="4267200" y="4771178"/>
            <a:ext cx="3295" cy="1278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34025ED-607C-4971-8B57-11F9BBD4FAD4}"/>
              </a:ext>
            </a:extLst>
          </p:cNvPr>
          <p:cNvCxnSpPr>
            <a:cxnSpLocks/>
            <a:stCxn id="75" idx="2"/>
            <a:endCxn id="77" idx="0"/>
          </p:cNvCxnSpPr>
          <p:nvPr/>
        </p:nvCxnSpPr>
        <p:spPr>
          <a:xfrm flipH="1">
            <a:off x="4263412" y="5341625"/>
            <a:ext cx="7083" cy="1792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D0E4346C-73BE-4278-BB18-597A04D902AB}"/>
              </a:ext>
            </a:extLst>
          </p:cNvPr>
          <p:cNvSpPr txBox="1"/>
          <p:nvPr/>
        </p:nvSpPr>
        <p:spPr>
          <a:xfrm>
            <a:off x="4287560" y="4632678"/>
            <a:ext cx="4514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err="1"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D5FC62F-692E-4ECB-9CF1-A9F493E44A66}"/>
              </a:ext>
            </a:extLst>
          </p:cNvPr>
          <p:cNvSpPr txBox="1"/>
          <p:nvPr/>
        </p:nvSpPr>
        <p:spPr>
          <a:xfrm>
            <a:off x="4988399" y="4393401"/>
            <a:ext cx="518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616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54F9DE-A34F-B8E8-DA57-D792CE11682B}"/>
              </a:ext>
            </a:extLst>
          </p:cNvPr>
          <p:cNvSpPr/>
          <p:nvPr/>
        </p:nvSpPr>
        <p:spPr>
          <a:xfrm>
            <a:off x="5544856" y="301658"/>
            <a:ext cx="1197736" cy="64965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Dongle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0F3B4D-CC0E-D7EF-06E9-C4AD6CC2875B}"/>
              </a:ext>
            </a:extLst>
          </p:cNvPr>
          <p:cNvSpPr/>
          <p:nvPr/>
        </p:nvSpPr>
        <p:spPr>
          <a:xfrm>
            <a:off x="5544856" y="2280697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Flight Controller (</a:t>
            </a:r>
            <a:r>
              <a:rPr 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Pixhawk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7F25140-EEF9-15C7-5913-A99653FEB8CC}"/>
              </a:ext>
            </a:extLst>
          </p:cNvPr>
          <p:cNvSpPr/>
          <p:nvPr/>
        </p:nvSpPr>
        <p:spPr>
          <a:xfrm>
            <a:off x="7116472" y="2280697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Pump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Selang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Nozzle)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135BB89-4276-5371-4F05-3632918C410F}"/>
              </a:ext>
            </a:extLst>
          </p:cNvPr>
          <p:cNvSpPr/>
          <p:nvPr/>
        </p:nvSpPr>
        <p:spPr>
          <a:xfrm>
            <a:off x="7116472" y="1286166"/>
            <a:ext cx="1197736" cy="66970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Relay Module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78C13DF-48DA-A3E0-310B-C6845193C5C1}"/>
              </a:ext>
            </a:extLst>
          </p:cNvPr>
          <p:cNvSpPr/>
          <p:nvPr/>
        </p:nvSpPr>
        <p:spPr>
          <a:xfrm>
            <a:off x="3973240" y="2280697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GPS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BCBB9955-97C8-52C3-FBA7-78139B4B9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540" y="5206083"/>
            <a:ext cx="1390115" cy="659230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6667D567-BAC0-4C0B-C03D-D52074BE4F9C}"/>
              </a:ext>
            </a:extLst>
          </p:cNvPr>
          <p:cNvSpPr/>
          <p:nvPr/>
        </p:nvSpPr>
        <p:spPr>
          <a:xfrm>
            <a:off x="5544856" y="1286166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Computer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2A3EC7C-C7A1-F59D-8869-18912D439B07}"/>
              </a:ext>
            </a:extLst>
          </p:cNvPr>
          <p:cNvSpPr/>
          <p:nvPr/>
        </p:nvSpPr>
        <p:spPr>
          <a:xfrm>
            <a:off x="3973240" y="1286166"/>
            <a:ext cx="1197736" cy="66970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BMP280 Sensor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228321E-2BB6-1135-F39B-C615854C3981}"/>
              </a:ext>
            </a:extLst>
          </p:cNvPr>
          <p:cNvCxnSpPr>
            <a:cxnSpLocks/>
            <a:stCxn id="56" idx="3"/>
            <a:endCxn id="18" idx="1"/>
          </p:cNvCxnSpPr>
          <p:nvPr/>
        </p:nvCxnSpPr>
        <p:spPr>
          <a:xfrm>
            <a:off x="5170976" y="2615548"/>
            <a:ext cx="3738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6D35B38-403F-3218-3170-373DF778A8B4}"/>
              </a:ext>
            </a:extLst>
          </p:cNvPr>
          <p:cNvCxnSpPr>
            <a:cxnSpLocks/>
            <a:stCxn id="69" idx="3"/>
            <a:endCxn id="68" idx="1"/>
          </p:cNvCxnSpPr>
          <p:nvPr/>
        </p:nvCxnSpPr>
        <p:spPr>
          <a:xfrm>
            <a:off x="5170976" y="1621017"/>
            <a:ext cx="3738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B411B29-3875-FB3C-EF66-33FB5B26272F}"/>
              </a:ext>
            </a:extLst>
          </p:cNvPr>
          <p:cNvCxnSpPr>
            <a:cxnSpLocks/>
            <a:stCxn id="68" idx="3"/>
            <a:endCxn id="46" idx="1"/>
          </p:cNvCxnSpPr>
          <p:nvPr/>
        </p:nvCxnSpPr>
        <p:spPr>
          <a:xfrm>
            <a:off x="6742592" y="1621017"/>
            <a:ext cx="3738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28D12F7-4F3D-C695-2089-0B7C8203A92B}"/>
              </a:ext>
            </a:extLst>
          </p:cNvPr>
          <p:cNvCxnSpPr>
            <a:cxnSpLocks/>
          </p:cNvCxnSpPr>
          <p:nvPr/>
        </p:nvCxnSpPr>
        <p:spPr>
          <a:xfrm flipV="1">
            <a:off x="6120765" y="1955868"/>
            <a:ext cx="0" cy="3248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CF10B7F-054A-2395-6A3E-87F90346652A}"/>
              </a:ext>
            </a:extLst>
          </p:cNvPr>
          <p:cNvCxnSpPr>
            <a:cxnSpLocks/>
          </p:cNvCxnSpPr>
          <p:nvPr/>
        </p:nvCxnSpPr>
        <p:spPr>
          <a:xfrm>
            <a:off x="6219825" y="1955868"/>
            <a:ext cx="0" cy="3248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4A43036-969A-27A4-9A2E-CB3C1377B0F9}"/>
              </a:ext>
            </a:extLst>
          </p:cNvPr>
          <p:cNvCxnSpPr>
            <a:cxnSpLocks/>
          </p:cNvCxnSpPr>
          <p:nvPr/>
        </p:nvCxnSpPr>
        <p:spPr>
          <a:xfrm flipV="1">
            <a:off x="6098004" y="951315"/>
            <a:ext cx="0" cy="3348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5BD8228-941E-3EC0-05F5-4D3E15339F94}"/>
              </a:ext>
            </a:extLst>
          </p:cNvPr>
          <p:cNvCxnSpPr>
            <a:cxnSpLocks/>
          </p:cNvCxnSpPr>
          <p:nvPr/>
        </p:nvCxnSpPr>
        <p:spPr>
          <a:xfrm>
            <a:off x="6206490" y="961337"/>
            <a:ext cx="0" cy="3248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F02249F1-73B1-E429-2653-8ED861CDBF75}"/>
              </a:ext>
            </a:extLst>
          </p:cNvPr>
          <p:cNvSpPr/>
          <p:nvPr/>
        </p:nvSpPr>
        <p:spPr>
          <a:xfrm>
            <a:off x="8561859" y="311680"/>
            <a:ext cx="1197736" cy="64965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5F5ECBE-3F37-EC7F-C01F-A61335BE9489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742592" y="626487"/>
            <a:ext cx="634759" cy="100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EBCC2C9-0F48-257A-0B73-EF2BA8D06080}"/>
              </a:ext>
            </a:extLst>
          </p:cNvPr>
          <p:cNvCxnSpPr>
            <a:cxnSpLocks/>
            <a:endCxn id="91" idx="1"/>
          </p:cNvCxnSpPr>
          <p:nvPr/>
        </p:nvCxnSpPr>
        <p:spPr>
          <a:xfrm>
            <a:off x="7940328" y="636509"/>
            <a:ext cx="6215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1" name="Picture 100">
            <a:extLst>
              <a:ext uri="{FF2B5EF4-FFF2-40B4-BE49-F238E27FC236}">
                <a16:creationId xmlns:a16="http://schemas.microsoft.com/office/drawing/2014/main" id="{7482BF54-DFC2-7A29-0B53-F20B36C43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602085">
            <a:off x="7745479" y="535336"/>
            <a:ext cx="302983" cy="229613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733E38B9-3764-BB6B-35D7-7169AD586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681599">
            <a:off x="7333689" y="528519"/>
            <a:ext cx="302983" cy="229613"/>
          </a:xfrm>
          <a:prstGeom prst="rect">
            <a:avLst/>
          </a:prstGeom>
        </p:spPr>
      </p:pic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C6FFD44-EBD4-6182-191A-5D9902B6DB6C}"/>
              </a:ext>
            </a:extLst>
          </p:cNvPr>
          <p:cNvCxnSpPr>
            <a:cxnSpLocks/>
            <a:stCxn id="46" idx="2"/>
            <a:endCxn id="43" idx="0"/>
          </p:cNvCxnSpPr>
          <p:nvPr/>
        </p:nvCxnSpPr>
        <p:spPr>
          <a:xfrm>
            <a:off x="7715340" y="1955868"/>
            <a:ext cx="0" cy="3248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396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CE4EF3-B4B6-9519-4BF4-628D243DC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800" y="1087740"/>
            <a:ext cx="3746500" cy="338606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F608634-A9E8-D4FC-B858-C263D05FD809}"/>
              </a:ext>
            </a:extLst>
          </p:cNvPr>
          <p:cNvCxnSpPr>
            <a:cxnSpLocks/>
          </p:cNvCxnSpPr>
          <p:nvPr/>
        </p:nvCxnSpPr>
        <p:spPr>
          <a:xfrm flipV="1">
            <a:off x="5207000" y="1417817"/>
            <a:ext cx="2946152" cy="10332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259017-E9AC-815F-AACB-62FCD50ADD64}"/>
              </a:ext>
            </a:extLst>
          </p:cNvPr>
          <p:cNvSpPr/>
          <p:nvPr/>
        </p:nvSpPr>
        <p:spPr>
          <a:xfrm>
            <a:off x="7985129" y="1087741"/>
            <a:ext cx="968371" cy="43626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Pixhawk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D7E292-99E5-69B9-2935-FF9E81E2DABD}"/>
              </a:ext>
            </a:extLst>
          </p:cNvPr>
          <p:cNvCxnSpPr>
            <a:cxnSpLocks/>
          </p:cNvCxnSpPr>
          <p:nvPr/>
        </p:nvCxnSpPr>
        <p:spPr>
          <a:xfrm flipV="1">
            <a:off x="5514975" y="1305871"/>
            <a:ext cx="981075" cy="5482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787A75F-2731-6504-BC2E-E71AB0EFDB6B}"/>
              </a:ext>
            </a:extLst>
          </p:cNvPr>
          <p:cNvSpPr/>
          <p:nvPr/>
        </p:nvSpPr>
        <p:spPr>
          <a:xfrm>
            <a:off x="6404103" y="981557"/>
            <a:ext cx="968371" cy="43626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D9969B4-6675-45EA-6B83-03DB41801CDC}"/>
              </a:ext>
            </a:extLst>
          </p:cNvPr>
          <p:cNvCxnSpPr>
            <a:cxnSpLocks/>
          </p:cNvCxnSpPr>
          <p:nvPr/>
        </p:nvCxnSpPr>
        <p:spPr>
          <a:xfrm>
            <a:off x="6496050" y="2190750"/>
            <a:ext cx="1615953" cy="1641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30F0B25-6698-04A8-2AA3-A7AE82C7A967}"/>
              </a:ext>
            </a:extLst>
          </p:cNvPr>
          <p:cNvSpPr/>
          <p:nvPr/>
        </p:nvSpPr>
        <p:spPr>
          <a:xfrm>
            <a:off x="8020056" y="2030548"/>
            <a:ext cx="968371" cy="43626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Nozzle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45D2EE4-42BF-761E-1179-4E7C1D071322}"/>
              </a:ext>
            </a:extLst>
          </p:cNvPr>
          <p:cNvCxnSpPr>
            <a:cxnSpLocks/>
          </p:cNvCxnSpPr>
          <p:nvPr/>
        </p:nvCxnSpPr>
        <p:spPr>
          <a:xfrm>
            <a:off x="5207000" y="3278051"/>
            <a:ext cx="669925" cy="8487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D7E811A-03D6-B1BB-C6BD-3E8CC6DFC1A0}"/>
              </a:ext>
            </a:extLst>
          </p:cNvPr>
          <p:cNvSpPr/>
          <p:nvPr/>
        </p:nvSpPr>
        <p:spPr>
          <a:xfrm>
            <a:off x="5719831" y="3987755"/>
            <a:ext cx="968371" cy="43626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Tangki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Pestisida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DE95F75-F95A-9CB5-8CEA-E6A71DC8B236}"/>
              </a:ext>
            </a:extLst>
          </p:cNvPr>
          <p:cNvCxnSpPr>
            <a:cxnSpLocks/>
          </p:cNvCxnSpPr>
          <p:nvPr/>
        </p:nvCxnSpPr>
        <p:spPr>
          <a:xfrm flipV="1">
            <a:off x="4867275" y="713768"/>
            <a:ext cx="828427" cy="15765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8BE39CC-9993-17E7-DE2E-D913BC697EF3}"/>
              </a:ext>
            </a:extLst>
          </p:cNvPr>
          <p:cNvSpPr/>
          <p:nvPr/>
        </p:nvSpPr>
        <p:spPr>
          <a:xfrm>
            <a:off x="5302192" y="420300"/>
            <a:ext cx="968371" cy="43626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Dongle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95A3376-4DB2-C14E-759B-6F56061AF573}"/>
              </a:ext>
            </a:extLst>
          </p:cNvPr>
          <p:cNvCxnSpPr>
            <a:cxnSpLocks/>
          </p:cNvCxnSpPr>
          <p:nvPr/>
        </p:nvCxnSpPr>
        <p:spPr>
          <a:xfrm>
            <a:off x="5372100" y="2781176"/>
            <a:ext cx="1475630" cy="6874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6CCD44D-EE56-F4F0-7DEA-1D0FD1935791}"/>
              </a:ext>
            </a:extLst>
          </p:cNvPr>
          <p:cNvSpPr/>
          <p:nvPr/>
        </p:nvSpPr>
        <p:spPr>
          <a:xfrm>
            <a:off x="6668996" y="3204497"/>
            <a:ext cx="968371" cy="43626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Computer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FE66BB7-6ED9-C4F7-1423-A3D15C03F894}"/>
              </a:ext>
            </a:extLst>
          </p:cNvPr>
          <p:cNvCxnSpPr>
            <a:cxnSpLocks/>
          </p:cNvCxnSpPr>
          <p:nvPr/>
        </p:nvCxnSpPr>
        <p:spPr>
          <a:xfrm>
            <a:off x="6544426" y="2697988"/>
            <a:ext cx="1608726" cy="2879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6F9F62B-31BB-6A7D-B069-8A623C382271}"/>
              </a:ext>
            </a:extLst>
          </p:cNvPr>
          <p:cNvSpPr/>
          <p:nvPr/>
        </p:nvSpPr>
        <p:spPr>
          <a:xfrm>
            <a:off x="7668966" y="2712767"/>
            <a:ext cx="968371" cy="43626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BLDC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DE5530A-24F8-3308-78D2-DFE132EDDD55}"/>
              </a:ext>
            </a:extLst>
          </p:cNvPr>
          <p:cNvCxnSpPr>
            <a:cxnSpLocks/>
          </p:cNvCxnSpPr>
          <p:nvPr/>
        </p:nvCxnSpPr>
        <p:spPr>
          <a:xfrm flipH="1" flipV="1">
            <a:off x="4437246" y="778293"/>
            <a:ext cx="263342" cy="16885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2FF9AE5-13D6-1E13-519B-EE4B10820636}"/>
              </a:ext>
            </a:extLst>
          </p:cNvPr>
          <p:cNvSpPr/>
          <p:nvPr/>
        </p:nvSpPr>
        <p:spPr>
          <a:xfrm>
            <a:off x="3887791" y="464494"/>
            <a:ext cx="968371" cy="43626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E8D8982-9F33-88EE-78EA-A09DD36C987A}"/>
              </a:ext>
            </a:extLst>
          </p:cNvPr>
          <p:cNvCxnSpPr>
            <a:cxnSpLocks/>
          </p:cNvCxnSpPr>
          <p:nvPr/>
        </p:nvCxnSpPr>
        <p:spPr>
          <a:xfrm flipH="1" flipV="1">
            <a:off x="3514725" y="1622550"/>
            <a:ext cx="1027208" cy="11580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D3031A2-6E13-42BB-767E-46C7A850B1BB}"/>
              </a:ext>
            </a:extLst>
          </p:cNvPr>
          <p:cNvSpPr/>
          <p:nvPr/>
        </p:nvSpPr>
        <p:spPr>
          <a:xfrm>
            <a:off x="2714378" y="1283922"/>
            <a:ext cx="1142760" cy="43626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Waterpump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465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BD99BF-0417-82E3-ECBE-C2A19CA724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924323"/>
              </p:ext>
            </p:extLst>
          </p:nvPr>
        </p:nvGraphicFramePr>
        <p:xfrm>
          <a:off x="3339547" y="116114"/>
          <a:ext cx="4342296" cy="6741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148">
                  <a:extLst>
                    <a:ext uri="{9D8B030D-6E8A-4147-A177-3AD203B41FA5}">
                      <a16:colId xmlns:a16="http://schemas.microsoft.com/office/drawing/2014/main" val="4131807197"/>
                    </a:ext>
                  </a:extLst>
                </a:gridCol>
                <a:gridCol w="2171148">
                  <a:extLst>
                    <a:ext uri="{9D8B030D-6E8A-4147-A177-3AD203B41FA5}">
                      <a16:colId xmlns:a16="http://schemas.microsoft.com/office/drawing/2014/main" val="1787698036"/>
                    </a:ext>
                  </a:extLst>
                </a:gridCol>
              </a:tblGrid>
              <a:tr h="3805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</a:t>
                      </a:r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Drone</a:t>
                      </a:r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889525"/>
                  </a:ext>
                </a:extLst>
              </a:tr>
              <a:tr h="6361306">
                <a:tc>
                  <a:txBody>
                    <a:bodyPr/>
                    <a:lstStyle/>
                    <a:p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0396359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4E746CC9-9F37-51CC-339B-AADABAD9921A}"/>
              </a:ext>
            </a:extLst>
          </p:cNvPr>
          <p:cNvSpPr/>
          <p:nvPr/>
        </p:nvSpPr>
        <p:spPr>
          <a:xfrm>
            <a:off x="4200434" y="763815"/>
            <a:ext cx="324031" cy="31060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A42F6A-FEF9-A090-B311-2D3A7AF3408F}"/>
              </a:ext>
            </a:extLst>
          </p:cNvPr>
          <p:cNvSpPr/>
          <p:nvPr/>
        </p:nvSpPr>
        <p:spPr>
          <a:xfrm>
            <a:off x="3512819" y="1416416"/>
            <a:ext cx="1714502" cy="4733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Menekan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Tombol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Hubungkan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E8FCA1C-40AF-343C-1449-A2F0217639B5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4362450" y="1074421"/>
            <a:ext cx="7620" cy="3419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Diamond 17">
            <a:extLst>
              <a:ext uri="{FF2B5EF4-FFF2-40B4-BE49-F238E27FC236}">
                <a16:creationId xmlns:a16="http://schemas.microsoft.com/office/drawing/2014/main" id="{E744E7D0-7732-58D2-A5A2-1F7F5A23790B}"/>
              </a:ext>
            </a:extLst>
          </p:cNvPr>
          <p:cNvSpPr/>
          <p:nvPr/>
        </p:nvSpPr>
        <p:spPr>
          <a:xfrm>
            <a:off x="5808983" y="1948244"/>
            <a:ext cx="1742437" cy="703516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Menghubungkan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118F172F-EC09-3F81-CE58-9A51FB79FCD8}"/>
              </a:ext>
            </a:extLst>
          </p:cNvPr>
          <p:cNvCxnSpPr>
            <a:cxnSpLocks/>
            <a:stCxn id="7" idx="2"/>
            <a:endCxn id="18" idx="1"/>
          </p:cNvCxnSpPr>
          <p:nvPr/>
        </p:nvCxnSpPr>
        <p:spPr>
          <a:xfrm rot="16200000" flipH="1">
            <a:off x="4884405" y="1375424"/>
            <a:ext cx="410242" cy="143891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7BA067BC-CC0E-352B-FC71-7F8385F41195}"/>
              </a:ext>
            </a:extLst>
          </p:cNvPr>
          <p:cNvCxnSpPr>
            <a:cxnSpLocks/>
            <a:stCxn id="18" idx="0"/>
            <a:endCxn id="7" idx="3"/>
          </p:cNvCxnSpPr>
          <p:nvPr/>
        </p:nvCxnSpPr>
        <p:spPr>
          <a:xfrm rot="16200000" flipV="1">
            <a:off x="5806184" y="1074225"/>
            <a:ext cx="295156" cy="145288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582D1A2-0ACF-0EF2-5514-562A53F2D970}"/>
              </a:ext>
            </a:extLst>
          </p:cNvPr>
          <p:cNvSpPr txBox="1"/>
          <p:nvPr/>
        </p:nvSpPr>
        <p:spPr>
          <a:xfrm>
            <a:off x="6643371" y="1692930"/>
            <a:ext cx="746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Tidak</a:t>
            </a:r>
            <a:endParaRPr lang="en-ID" sz="12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F3DB3DC-9437-EB81-AC1B-984198806197}"/>
              </a:ext>
            </a:extLst>
          </p:cNvPr>
          <p:cNvSpPr/>
          <p:nvPr/>
        </p:nvSpPr>
        <p:spPr>
          <a:xfrm>
            <a:off x="3611879" y="2651760"/>
            <a:ext cx="1714502" cy="4733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Menekan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Tombol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Arming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81A79123-C542-9288-2819-ABBD86F23B0C}"/>
              </a:ext>
            </a:extLst>
          </p:cNvPr>
          <p:cNvCxnSpPr>
            <a:cxnSpLocks/>
            <a:stCxn id="18" idx="2"/>
            <a:endCxn id="28" idx="3"/>
          </p:cNvCxnSpPr>
          <p:nvPr/>
        </p:nvCxnSpPr>
        <p:spPr>
          <a:xfrm rot="5400000">
            <a:off x="5884956" y="2093186"/>
            <a:ext cx="236672" cy="135382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11199D4-A547-365E-C6B9-922FFCA43B9E}"/>
              </a:ext>
            </a:extLst>
          </p:cNvPr>
          <p:cNvSpPr txBox="1"/>
          <p:nvPr/>
        </p:nvSpPr>
        <p:spPr>
          <a:xfrm>
            <a:off x="6658612" y="2611433"/>
            <a:ext cx="746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Ya</a:t>
            </a:r>
            <a:endParaRPr lang="en-ID" sz="12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F7F271B-E023-AAF0-56D3-36CBECF88B72}"/>
              </a:ext>
            </a:extLst>
          </p:cNvPr>
          <p:cNvSpPr/>
          <p:nvPr/>
        </p:nvSpPr>
        <p:spPr>
          <a:xfrm>
            <a:off x="5699129" y="3081745"/>
            <a:ext cx="1714502" cy="4733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Dinyalakan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54AF3A2-BC03-9ECE-62D6-685EAEA524FF}"/>
              </a:ext>
            </a:extLst>
          </p:cNvPr>
          <p:cNvCxnSpPr>
            <a:cxnSpLocks/>
            <a:stCxn id="28" idx="2"/>
            <a:endCxn id="33" idx="1"/>
          </p:cNvCxnSpPr>
          <p:nvPr/>
        </p:nvCxnSpPr>
        <p:spPr>
          <a:xfrm rot="16200000" flipH="1">
            <a:off x="4987473" y="2606760"/>
            <a:ext cx="193313" cy="122999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1D2A6FC-B8A1-7C98-639C-22C4DE0F1B7A}"/>
              </a:ext>
            </a:extLst>
          </p:cNvPr>
          <p:cNvSpPr/>
          <p:nvPr/>
        </p:nvSpPr>
        <p:spPr>
          <a:xfrm>
            <a:off x="3667214" y="3515821"/>
            <a:ext cx="1714502" cy="4733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Mode Auto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41CF703-ED28-D5C0-7B8B-79B3B1BBA894}"/>
              </a:ext>
            </a:extLst>
          </p:cNvPr>
          <p:cNvSpPr/>
          <p:nvPr/>
        </p:nvSpPr>
        <p:spPr>
          <a:xfrm>
            <a:off x="5690873" y="3984846"/>
            <a:ext cx="1714502" cy="67608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 Terbang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Mengikuti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Jalur Terbang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4EA5317F-72C0-7E94-23E9-F82C12A587D9}"/>
              </a:ext>
            </a:extLst>
          </p:cNvPr>
          <p:cNvCxnSpPr>
            <a:cxnSpLocks/>
            <a:stCxn id="33" idx="2"/>
            <a:endCxn id="37" idx="3"/>
          </p:cNvCxnSpPr>
          <p:nvPr/>
        </p:nvCxnSpPr>
        <p:spPr>
          <a:xfrm rot="5400000">
            <a:off x="5870346" y="3066459"/>
            <a:ext cx="197404" cy="117466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DD9A0884-97D3-B42A-73CE-50B55E695182}"/>
              </a:ext>
            </a:extLst>
          </p:cNvPr>
          <p:cNvCxnSpPr>
            <a:cxnSpLocks/>
            <a:stCxn id="37" idx="2"/>
            <a:endCxn id="2" idx="1"/>
          </p:cNvCxnSpPr>
          <p:nvPr/>
        </p:nvCxnSpPr>
        <p:spPr>
          <a:xfrm rot="16200000" flipH="1">
            <a:off x="4940806" y="3572824"/>
            <a:ext cx="333726" cy="116640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3728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EC375-FAD9-BDD3-DA58-72F46EF1B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E550063-EA5C-DF91-C4C7-B516669A5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905230"/>
              </p:ext>
            </p:extLst>
          </p:nvPr>
        </p:nvGraphicFramePr>
        <p:xfrm>
          <a:off x="520147" y="116114"/>
          <a:ext cx="4342296" cy="6589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148">
                  <a:extLst>
                    <a:ext uri="{9D8B030D-6E8A-4147-A177-3AD203B41FA5}">
                      <a16:colId xmlns:a16="http://schemas.microsoft.com/office/drawing/2014/main" val="4131807197"/>
                    </a:ext>
                  </a:extLst>
                </a:gridCol>
                <a:gridCol w="2171148">
                  <a:extLst>
                    <a:ext uri="{9D8B030D-6E8A-4147-A177-3AD203B41FA5}">
                      <a16:colId xmlns:a16="http://schemas.microsoft.com/office/drawing/2014/main" val="1787698036"/>
                    </a:ext>
                  </a:extLst>
                </a:gridCol>
              </a:tblGrid>
              <a:tr h="3719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</a:t>
                      </a:r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Drone</a:t>
                      </a:r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889525"/>
                  </a:ext>
                </a:extLst>
              </a:tr>
              <a:tr h="6217509">
                <a:tc>
                  <a:txBody>
                    <a:bodyPr/>
                    <a:lstStyle/>
                    <a:p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0396359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D1BCAB0D-71DE-7BDE-8F59-B7E30097588E}"/>
              </a:ext>
            </a:extLst>
          </p:cNvPr>
          <p:cNvSpPr/>
          <p:nvPr/>
        </p:nvSpPr>
        <p:spPr>
          <a:xfrm>
            <a:off x="1393734" y="611415"/>
            <a:ext cx="324031" cy="31060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8CBAB9-E951-00F1-0FBA-B39B33464CCB}"/>
              </a:ext>
            </a:extLst>
          </p:cNvPr>
          <p:cNvSpPr/>
          <p:nvPr/>
        </p:nvSpPr>
        <p:spPr>
          <a:xfrm>
            <a:off x="706119" y="1264016"/>
            <a:ext cx="1714502" cy="4733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Menekan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Tombol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Hubungkan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3B335B8-3554-A894-9088-B2C777DA0CD6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1555750" y="922021"/>
            <a:ext cx="7620" cy="3419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Diamond 17">
            <a:extLst>
              <a:ext uri="{FF2B5EF4-FFF2-40B4-BE49-F238E27FC236}">
                <a16:creationId xmlns:a16="http://schemas.microsoft.com/office/drawing/2014/main" id="{9B1C3A68-D002-3868-7334-08A29EF73947}"/>
              </a:ext>
            </a:extLst>
          </p:cNvPr>
          <p:cNvSpPr/>
          <p:nvPr/>
        </p:nvSpPr>
        <p:spPr>
          <a:xfrm>
            <a:off x="3002283" y="1795844"/>
            <a:ext cx="1742437" cy="703516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Menghubungkan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9E1FCEC-1DE7-55C2-74C9-AACDC658BD03}"/>
              </a:ext>
            </a:extLst>
          </p:cNvPr>
          <p:cNvCxnSpPr>
            <a:cxnSpLocks/>
            <a:stCxn id="7" idx="2"/>
            <a:endCxn id="18" idx="1"/>
          </p:cNvCxnSpPr>
          <p:nvPr/>
        </p:nvCxnSpPr>
        <p:spPr>
          <a:xfrm rot="16200000" flipH="1">
            <a:off x="2077705" y="1223024"/>
            <a:ext cx="410242" cy="143891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7EF0B319-8AF8-0214-829A-8853451E2628}"/>
              </a:ext>
            </a:extLst>
          </p:cNvPr>
          <p:cNvCxnSpPr>
            <a:cxnSpLocks/>
            <a:stCxn id="18" idx="0"/>
            <a:endCxn id="7" idx="3"/>
          </p:cNvCxnSpPr>
          <p:nvPr/>
        </p:nvCxnSpPr>
        <p:spPr>
          <a:xfrm rot="16200000" flipV="1">
            <a:off x="2999484" y="921825"/>
            <a:ext cx="295156" cy="145288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54F1833-8BCE-A15A-387A-6FD70C92D1EE}"/>
              </a:ext>
            </a:extLst>
          </p:cNvPr>
          <p:cNvSpPr txBox="1"/>
          <p:nvPr/>
        </p:nvSpPr>
        <p:spPr>
          <a:xfrm>
            <a:off x="3836671" y="1540530"/>
            <a:ext cx="746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Tidak</a:t>
            </a:r>
            <a:endParaRPr lang="en-ID" sz="12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A929224-756E-9895-9E94-03D1DFD51B58}"/>
              </a:ext>
            </a:extLst>
          </p:cNvPr>
          <p:cNvSpPr/>
          <p:nvPr/>
        </p:nvSpPr>
        <p:spPr>
          <a:xfrm>
            <a:off x="805179" y="2499360"/>
            <a:ext cx="1714502" cy="4733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Menekan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Tombol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Arming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6C6EE074-9946-9A59-BCA2-B1FD19EADD6A}"/>
              </a:ext>
            </a:extLst>
          </p:cNvPr>
          <p:cNvCxnSpPr>
            <a:cxnSpLocks/>
            <a:stCxn id="18" idx="2"/>
            <a:endCxn id="28" idx="3"/>
          </p:cNvCxnSpPr>
          <p:nvPr/>
        </p:nvCxnSpPr>
        <p:spPr>
          <a:xfrm rot="5400000">
            <a:off x="3078256" y="1940786"/>
            <a:ext cx="236672" cy="135382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56CB869-2931-784E-51BF-8E7B33BA0F1C}"/>
              </a:ext>
            </a:extLst>
          </p:cNvPr>
          <p:cNvSpPr txBox="1"/>
          <p:nvPr/>
        </p:nvSpPr>
        <p:spPr>
          <a:xfrm>
            <a:off x="3851912" y="2459033"/>
            <a:ext cx="746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Ya</a:t>
            </a:r>
            <a:endParaRPr lang="en-ID" sz="12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B822503-59EF-0E3F-B9A0-47A539A81FEC}"/>
              </a:ext>
            </a:extLst>
          </p:cNvPr>
          <p:cNvSpPr/>
          <p:nvPr/>
        </p:nvSpPr>
        <p:spPr>
          <a:xfrm>
            <a:off x="2892429" y="2929345"/>
            <a:ext cx="1714502" cy="4733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Dinyalakan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C398DDB4-C6F4-D278-7C77-141292670019}"/>
              </a:ext>
            </a:extLst>
          </p:cNvPr>
          <p:cNvCxnSpPr>
            <a:cxnSpLocks/>
            <a:stCxn id="28" idx="2"/>
            <a:endCxn id="33" idx="1"/>
          </p:cNvCxnSpPr>
          <p:nvPr/>
        </p:nvCxnSpPr>
        <p:spPr>
          <a:xfrm rot="16200000" flipH="1">
            <a:off x="2180773" y="2454360"/>
            <a:ext cx="193313" cy="122999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94A0BC7-5D2B-1590-FB5E-51C73A91358B}"/>
              </a:ext>
            </a:extLst>
          </p:cNvPr>
          <p:cNvSpPr/>
          <p:nvPr/>
        </p:nvSpPr>
        <p:spPr>
          <a:xfrm>
            <a:off x="860514" y="3363421"/>
            <a:ext cx="1714502" cy="4733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Atur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Jarak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Memulai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Semprotan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E69A652D-B66B-9C0C-A8BD-BE3CD7BAC896}"/>
              </a:ext>
            </a:extLst>
          </p:cNvPr>
          <p:cNvCxnSpPr>
            <a:cxnSpLocks/>
            <a:stCxn id="33" idx="2"/>
            <a:endCxn id="37" idx="3"/>
          </p:cNvCxnSpPr>
          <p:nvPr/>
        </p:nvCxnSpPr>
        <p:spPr>
          <a:xfrm rot="5400000">
            <a:off x="3063646" y="2914059"/>
            <a:ext cx="197404" cy="117466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681A452B-8666-CEA9-34B5-45251EEA4174}"/>
              </a:ext>
            </a:extLst>
          </p:cNvPr>
          <p:cNvCxnSpPr>
            <a:cxnSpLocks/>
            <a:stCxn id="4" idx="2"/>
            <a:endCxn id="2" idx="1"/>
          </p:cNvCxnSpPr>
          <p:nvPr/>
        </p:nvCxnSpPr>
        <p:spPr>
          <a:xfrm rot="16200000" flipH="1">
            <a:off x="2211021" y="4015277"/>
            <a:ext cx="188151" cy="1174665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1DB7007-4DDD-B1A6-00EE-832654F95FE0}"/>
              </a:ext>
            </a:extLst>
          </p:cNvPr>
          <p:cNvSpPr/>
          <p:nvPr/>
        </p:nvSpPr>
        <p:spPr>
          <a:xfrm>
            <a:off x="860513" y="4035191"/>
            <a:ext cx="1714502" cy="4733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Mode Auto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B1AEDC-BA6A-B507-6B1C-A018FE7760BE}"/>
              </a:ext>
            </a:extLst>
          </p:cNvPr>
          <p:cNvCxnSpPr>
            <a:cxnSpLocks/>
            <a:stCxn id="37" idx="2"/>
            <a:endCxn id="4" idx="0"/>
          </p:cNvCxnSpPr>
          <p:nvPr/>
        </p:nvCxnSpPr>
        <p:spPr>
          <a:xfrm flipH="1">
            <a:off x="1717764" y="3836765"/>
            <a:ext cx="1" cy="19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B7EEFF3-B5F0-BE76-C905-C06181EC7876}"/>
              </a:ext>
            </a:extLst>
          </p:cNvPr>
          <p:cNvSpPr/>
          <p:nvPr/>
        </p:nvSpPr>
        <p:spPr>
          <a:xfrm>
            <a:off x="849037" y="4943631"/>
            <a:ext cx="1714502" cy="4733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Menekan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Tombol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Spray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06462744-4110-8DFB-3126-614EB200664B}"/>
              </a:ext>
            </a:extLst>
          </p:cNvPr>
          <p:cNvSpPr/>
          <p:nvPr/>
        </p:nvSpPr>
        <p:spPr>
          <a:xfrm>
            <a:off x="2878461" y="5180303"/>
            <a:ext cx="1742437" cy="703516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Jarak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Semprotan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1927CAF-1AF9-E3FA-5D34-25D2B86B41F1}"/>
              </a:ext>
            </a:extLst>
          </p:cNvPr>
          <p:cNvSpPr/>
          <p:nvPr/>
        </p:nvSpPr>
        <p:spPr>
          <a:xfrm>
            <a:off x="2892429" y="4358641"/>
            <a:ext cx="1714502" cy="67608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 Terbang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Mengikuti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Jalur Terbang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254DC9B-513B-7333-14C8-74E200C4FA3A}"/>
              </a:ext>
            </a:extLst>
          </p:cNvPr>
          <p:cNvCxnSpPr>
            <a:cxnSpLocks/>
            <a:stCxn id="2" idx="2"/>
            <a:endCxn id="24" idx="0"/>
          </p:cNvCxnSpPr>
          <p:nvPr/>
        </p:nvCxnSpPr>
        <p:spPr>
          <a:xfrm>
            <a:off x="3749680" y="5034730"/>
            <a:ext cx="0" cy="1455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8FFC227-CADF-F0A3-B8C2-80D35E3761F6}"/>
              </a:ext>
            </a:extLst>
          </p:cNvPr>
          <p:cNvCxnSpPr>
            <a:cxnSpLocks/>
            <a:stCxn id="24" idx="2"/>
            <a:endCxn id="100" idx="0"/>
          </p:cNvCxnSpPr>
          <p:nvPr/>
        </p:nvCxnSpPr>
        <p:spPr>
          <a:xfrm flipH="1">
            <a:off x="3749679" y="5883819"/>
            <a:ext cx="1" cy="2831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9D0AFED-C5EC-AA56-C32F-E3C391589BE8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4620898" y="5532061"/>
            <a:ext cx="14133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6D6D789-B0A7-8D85-906C-CDBF77787AD2}"/>
              </a:ext>
            </a:extLst>
          </p:cNvPr>
          <p:cNvCxnSpPr>
            <a:cxnSpLocks/>
          </p:cNvCxnSpPr>
          <p:nvPr/>
        </p:nvCxnSpPr>
        <p:spPr>
          <a:xfrm flipV="1">
            <a:off x="4744720" y="4679156"/>
            <a:ext cx="0" cy="85290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A2CB1E7-6B66-53B4-630A-10B8432DF71B}"/>
              </a:ext>
            </a:extLst>
          </p:cNvPr>
          <p:cNvCxnSpPr>
            <a:cxnSpLocks/>
            <a:endCxn id="2" idx="3"/>
          </p:cNvCxnSpPr>
          <p:nvPr/>
        </p:nvCxnSpPr>
        <p:spPr>
          <a:xfrm flipH="1">
            <a:off x="4606931" y="4696686"/>
            <a:ext cx="1377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4A9C3F00-9BFF-5EB1-E667-D2F8152C450C}"/>
              </a:ext>
            </a:extLst>
          </p:cNvPr>
          <p:cNvSpPr txBox="1"/>
          <p:nvPr/>
        </p:nvSpPr>
        <p:spPr>
          <a:xfrm>
            <a:off x="3851912" y="5752393"/>
            <a:ext cx="746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Ya</a:t>
            </a:r>
            <a:endParaRPr lang="en-ID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A9E60A-2BA4-A990-FEFA-B6CC7D5832F2}"/>
              </a:ext>
            </a:extLst>
          </p:cNvPr>
          <p:cNvSpPr txBox="1"/>
          <p:nvPr/>
        </p:nvSpPr>
        <p:spPr>
          <a:xfrm>
            <a:off x="4273141" y="5036918"/>
            <a:ext cx="746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Tidak</a:t>
            </a:r>
            <a:endParaRPr lang="en-ID" sz="1200" dirty="0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CC962F65-6F9F-4C40-056A-FA87E7E48DE2}"/>
              </a:ext>
            </a:extLst>
          </p:cNvPr>
          <p:cNvCxnSpPr>
            <a:cxnSpLocks/>
            <a:stCxn id="30" idx="2"/>
            <a:endCxn id="100" idx="2"/>
          </p:cNvCxnSpPr>
          <p:nvPr/>
        </p:nvCxnSpPr>
        <p:spPr>
          <a:xfrm rot="16200000" flipH="1">
            <a:off x="2194315" y="4928947"/>
            <a:ext cx="905320" cy="1881375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2223B812-C2DF-1D94-D940-F3DE5F3196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082688"/>
              </p:ext>
            </p:extLst>
          </p:nvPr>
        </p:nvGraphicFramePr>
        <p:xfrm>
          <a:off x="5736030" y="143328"/>
          <a:ext cx="4342296" cy="65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148">
                  <a:extLst>
                    <a:ext uri="{9D8B030D-6E8A-4147-A177-3AD203B41FA5}">
                      <a16:colId xmlns:a16="http://schemas.microsoft.com/office/drawing/2014/main" val="4131807197"/>
                    </a:ext>
                  </a:extLst>
                </a:gridCol>
                <a:gridCol w="2171148">
                  <a:extLst>
                    <a:ext uri="{9D8B030D-6E8A-4147-A177-3AD203B41FA5}">
                      <a16:colId xmlns:a16="http://schemas.microsoft.com/office/drawing/2014/main" val="1787698036"/>
                    </a:ext>
                  </a:extLst>
                </a:gridCol>
              </a:tblGrid>
              <a:tr h="37044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</a:t>
                      </a:r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Drone</a:t>
                      </a:r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889525"/>
                  </a:ext>
                </a:extLst>
              </a:tr>
              <a:tr h="6191831">
                <a:tc>
                  <a:txBody>
                    <a:bodyPr/>
                    <a:lstStyle/>
                    <a:p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0396359"/>
                  </a:ext>
                </a:extLst>
              </a:tr>
            </a:tbl>
          </a:graphicData>
        </a:graphic>
      </p:graphicFrame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9338900C-D1DA-EF03-0F20-470360481491}"/>
              </a:ext>
            </a:extLst>
          </p:cNvPr>
          <p:cNvSpPr/>
          <p:nvPr/>
        </p:nvSpPr>
        <p:spPr>
          <a:xfrm>
            <a:off x="8149103" y="1283431"/>
            <a:ext cx="1714502" cy="4733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Menyalakan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Waterpump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EBEEAFB-BDB2-356A-B7CD-23440F714B08}"/>
              </a:ext>
            </a:extLst>
          </p:cNvPr>
          <p:cNvCxnSpPr>
            <a:cxnSpLocks/>
            <a:endCxn id="91" idx="0"/>
          </p:cNvCxnSpPr>
          <p:nvPr/>
        </p:nvCxnSpPr>
        <p:spPr>
          <a:xfrm>
            <a:off x="9006354" y="1018561"/>
            <a:ext cx="0" cy="2648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59CAD34B-CD6C-D559-3FEB-1A3CAA68BB9F}"/>
              </a:ext>
            </a:extLst>
          </p:cNvPr>
          <p:cNvSpPr/>
          <p:nvPr/>
        </p:nvSpPr>
        <p:spPr>
          <a:xfrm>
            <a:off x="3587663" y="6166992"/>
            <a:ext cx="324031" cy="310606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ID" dirty="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F3643105-CA2D-E907-E57D-D4066BFCEEAA}"/>
              </a:ext>
            </a:extLst>
          </p:cNvPr>
          <p:cNvSpPr/>
          <p:nvPr/>
        </p:nvSpPr>
        <p:spPr>
          <a:xfrm>
            <a:off x="8844338" y="707955"/>
            <a:ext cx="324031" cy="310606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ID" dirty="0"/>
          </a:p>
        </p:txBody>
      </p:sp>
      <p:sp>
        <p:nvSpPr>
          <p:cNvPr id="106" name="Arrow: Right 105">
            <a:extLst>
              <a:ext uri="{FF2B5EF4-FFF2-40B4-BE49-F238E27FC236}">
                <a16:creationId xmlns:a16="http://schemas.microsoft.com/office/drawing/2014/main" id="{8FED2D59-EE24-82E7-1F9D-9E6343F8782A}"/>
              </a:ext>
            </a:extLst>
          </p:cNvPr>
          <p:cNvSpPr/>
          <p:nvPr/>
        </p:nvSpPr>
        <p:spPr>
          <a:xfrm>
            <a:off x="5087004" y="3166016"/>
            <a:ext cx="474593" cy="8691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FA043578-2B16-B4BE-2B15-3C1D72FED4C7}"/>
              </a:ext>
            </a:extLst>
          </p:cNvPr>
          <p:cNvSpPr/>
          <p:nvPr/>
        </p:nvSpPr>
        <p:spPr>
          <a:xfrm>
            <a:off x="8149103" y="3069359"/>
            <a:ext cx="1714502" cy="4733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Mematikan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Waterpump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Diamond 107">
            <a:extLst>
              <a:ext uri="{FF2B5EF4-FFF2-40B4-BE49-F238E27FC236}">
                <a16:creationId xmlns:a16="http://schemas.microsoft.com/office/drawing/2014/main" id="{D5DCFA0C-E0F4-1769-7AE6-73B2971EF87C}"/>
              </a:ext>
            </a:extLst>
          </p:cNvPr>
          <p:cNvSpPr/>
          <p:nvPr/>
        </p:nvSpPr>
        <p:spPr>
          <a:xfrm>
            <a:off x="8149103" y="2046630"/>
            <a:ext cx="1742437" cy="703516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Akhir Jarak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Semprotan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D89F8AA-CA43-8418-0AB2-0F6086E8CB12}"/>
              </a:ext>
            </a:extLst>
          </p:cNvPr>
          <p:cNvCxnSpPr>
            <a:cxnSpLocks/>
            <a:endCxn id="108" idx="0"/>
          </p:cNvCxnSpPr>
          <p:nvPr/>
        </p:nvCxnSpPr>
        <p:spPr>
          <a:xfrm>
            <a:off x="9020321" y="1756775"/>
            <a:ext cx="1" cy="2898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46325FB2-5888-05BA-32BF-D74279BCCD63}"/>
              </a:ext>
            </a:extLst>
          </p:cNvPr>
          <p:cNvCxnSpPr>
            <a:cxnSpLocks/>
          </p:cNvCxnSpPr>
          <p:nvPr/>
        </p:nvCxnSpPr>
        <p:spPr>
          <a:xfrm>
            <a:off x="9034288" y="2750146"/>
            <a:ext cx="0" cy="3192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0C1264A1-BB32-8F9A-40C4-5537E2B8A0B6}"/>
              </a:ext>
            </a:extLst>
          </p:cNvPr>
          <p:cNvSpPr/>
          <p:nvPr/>
        </p:nvSpPr>
        <p:spPr>
          <a:xfrm>
            <a:off x="8177038" y="3873962"/>
            <a:ext cx="1714502" cy="4733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Mendarat</a:t>
            </a: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2C166A73-5682-402D-E793-6C67BE1BF3EC}"/>
              </a:ext>
            </a:extLst>
          </p:cNvPr>
          <p:cNvSpPr/>
          <p:nvPr/>
        </p:nvSpPr>
        <p:spPr>
          <a:xfrm>
            <a:off x="8922551" y="4943631"/>
            <a:ext cx="245818" cy="241777"/>
          </a:xfrm>
          <a:prstGeom prst="ellips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FB949BA7-ABC9-AB0E-B5C8-FB28BEB6C45D}"/>
              </a:ext>
            </a:extLst>
          </p:cNvPr>
          <p:cNvCxnSpPr>
            <a:cxnSpLocks/>
            <a:stCxn id="117" idx="2"/>
          </p:cNvCxnSpPr>
          <p:nvPr/>
        </p:nvCxnSpPr>
        <p:spPr>
          <a:xfrm>
            <a:off x="9034289" y="4347306"/>
            <a:ext cx="5315" cy="5963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3818F562-64E7-10BE-13BF-58C92B9AB9BC}"/>
              </a:ext>
            </a:extLst>
          </p:cNvPr>
          <p:cNvCxnSpPr>
            <a:cxnSpLocks/>
            <a:endCxn id="117" idx="0"/>
          </p:cNvCxnSpPr>
          <p:nvPr/>
        </p:nvCxnSpPr>
        <p:spPr>
          <a:xfrm>
            <a:off x="9034286" y="3542703"/>
            <a:ext cx="3" cy="3312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A69F24F0-137F-EF66-6BBA-F991E6021EEA}"/>
              </a:ext>
            </a:extLst>
          </p:cNvPr>
          <p:cNvSpPr/>
          <p:nvPr/>
        </p:nvSpPr>
        <p:spPr>
          <a:xfrm>
            <a:off x="8974386" y="4997152"/>
            <a:ext cx="142148" cy="13473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55139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8007</TotalTime>
  <Words>473</Words>
  <Application>Microsoft Office PowerPoint</Application>
  <PresentationFormat>Widescreen</PresentationFormat>
  <Paragraphs>176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Hamid Septian</dc:creator>
  <cp:lastModifiedBy>Jamil Febrian</cp:lastModifiedBy>
  <cp:revision>32</cp:revision>
  <dcterms:created xsi:type="dcterms:W3CDTF">2023-08-22T15:44:11Z</dcterms:created>
  <dcterms:modified xsi:type="dcterms:W3CDTF">2024-11-25T05:40:27Z</dcterms:modified>
</cp:coreProperties>
</file>