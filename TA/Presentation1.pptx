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7" r:id="rId2"/>
    <p:sldId id="256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>
        <p:scale>
          <a:sx n="75" d="100"/>
          <a:sy n="75" d="100"/>
        </p:scale>
        <p:origin x="540" y="-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56EC63-94B5-44A1-B72F-D6AB98CBDBE9}" type="datetimeFigureOut">
              <a:rPr lang="en-ID" smtClean="0"/>
              <a:t>13/05/2025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758E24-7F71-44EC-90EC-71F099AF333B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03215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758E24-7F71-44EC-90EC-71F099AF333B}" type="slidenum">
              <a:rPr lang="en-ID" smtClean="0"/>
              <a:t>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2861168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35909-741C-F344-E79E-F4B65B2FAE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965D9A-58EB-BBE9-6A3A-541CCC4FEB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9F4772-81DC-2119-EE52-D79FF1077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13/05/2025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801E6B-0AF2-6A14-0198-8F3D65C57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DD9886-C45C-8C2B-2B73-A4CB95CE6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8203947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7766E-1B6A-D107-0995-9C2E0FA95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251C2-1198-32DE-F6CD-861479D77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C8348-7F9C-671E-0E98-0317A35AF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13/05/2025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DFB4BD-1409-122E-1298-B08BAB8B4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0C8725-98A2-29D2-1A30-0498A0B79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167396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964A6-4AE7-82A9-2E92-8B4C6647D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2D7F4E-0EE2-7FEC-E37E-997907551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D5DD8-065E-C400-7573-3BC2F6793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13/05/2025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2DB57-B31C-CFDF-D5FC-B2E3B760A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21CC5-3E83-AA3C-2A55-962DF7FFF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523768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71812-72AD-02ED-33A6-860CE15C5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51BA5E-F7A7-C56E-3F22-614C5DD100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81F0CF-0354-9974-1F4C-E13570A52D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E58213-143C-0D1A-56C2-09A75B69F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13/05/2025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BC6B7B-31AC-6742-2496-043068A89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A446DC-629D-BB35-605C-560F1E9D4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5947194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19598-BAB4-A8FB-48E8-5904DC160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0C8BB-3AFF-F8D0-19E8-81CD8A4B53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F853BE-5B7D-3260-2B30-0EEE890D68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4CA772-C3DF-E89E-09F2-372CE214C0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8D02F1-55F5-9236-66D2-ED7EED1503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B3CBEC-C275-F479-EFD3-35C41C036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13/05/2025</a:t>
            </a:fld>
            <a:endParaRPr lang="en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9A607D-9875-799C-1E9B-5823C1AD7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179F21-7801-631E-8A33-83B319811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3621586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DFC5D-7995-C05A-F02C-23CF51FB9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63F190-F2CD-0DA2-BDA4-63C721B81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13/05/2025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25711D-C205-465A-EE59-AA49915D6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0B92C6-6631-E7F3-80E2-A29AF1167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9906191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B4A56A-0469-FA96-096A-81C0403DF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13/05/2025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D49E11-7577-C7C9-1012-F8C1049EE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B5BF50-CE14-157A-5D37-806A4AFD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9576735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EF2E-4EE3-1CBD-E49C-13EBF04AC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4727E-5CD0-BCCC-8D68-D0CAA7FCF8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8C50C6-6A50-0B36-1490-57C24EE093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461E17-CC72-5EDF-ADE2-35035443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13/05/2025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18AB0C-65F2-5C38-7F94-0BDE1E385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30EB6A-ECD3-C98C-3289-E18F3F165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6454786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5683E-7E3A-87E5-7D04-6F9F95DB6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D80A7A-D129-CCCC-0385-EE16F1EF44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EA0923-0100-4DD7-DE81-45F59C8623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2A254-BDC5-3F2C-3FEB-42B391FA2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13/05/2025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5E585C-36D7-428C-57C8-9945F6771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A7D277-422D-40A1-C3D7-4476BC2AD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262124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51B91-B4A5-1040-B291-FE83CB0D8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29A2C7-4A1A-B673-5400-D9923D3924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77F194-93DC-37C4-3FB1-DC41A11F9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13/05/2025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5E8187-808A-F9DC-027A-23D68D788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8B2B6C-6676-0263-E93A-41C1BF126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1556039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3A39C04-D732-B767-8B74-7157EA814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7D2090-7211-3425-540C-593EC8C25A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6C72D-E754-D01E-7896-59202503E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3EB80D-3CCC-4146-A2EA-1B3750C1B8BB}" type="datetimeFigureOut">
              <a:rPr lang="en-ID" smtClean="0"/>
              <a:t>13/05/2025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297669-CA02-2B40-3D39-21756088A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11A1D4-31F4-166D-DF18-EB1ECCD2B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125848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9D8303-F9BB-60E0-E074-51672AECA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E703C-5951-6FB4-F0E7-E01BD683EE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2CF54C-AABB-998D-3377-5680AD3854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3EB80D-3CCC-4146-A2EA-1B3750C1B8BB}" type="datetimeFigureOut">
              <a:rPr lang="en-ID" smtClean="0"/>
              <a:t>13/05/2025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495CE5-8C3A-C2DD-E6FC-85DAFC5D73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A50FC8-FB66-405C-8C12-6F7AC4D806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818A37-1EA3-433D-99B5-D938A30C5453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636858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DED43-8BC5-8A45-08E2-6D1DE152E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A8CFE3-7CBF-C078-0C40-E10B439502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8193354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4DE1B8F-B08D-3F8E-AB4F-2209A8CEE38B}"/>
              </a:ext>
            </a:extLst>
          </p:cNvPr>
          <p:cNvSpPr/>
          <p:nvPr/>
        </p:nvSpPr>
        <p:spPr>
          <a:xfrm>
            <a:off x="1914769" y="151813"/>
            <a:ext cx="1280160" cy="445087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err="1"/>
              <a:t>Mulai</a:t>
            </a:r>
            <a:endParaRPr lang="en-ID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F63166-6544-0E41-7F1D-61A227994636}"/>
              </a:ext>
            </a:extLst>
          </p:cNvPr>
          <p:cNvSpPr/>
          <p:nvPr/>
        </p:nvSpPr>
        <p:spPr>
          <a:xfrm>
            <a:off x="1956008" y="1593889"/>
            <a:ext cx="1197682" cy="4450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Membaca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 Sensor</a:t>
            </a:r>
          </a:p>
        </p:txBody>
      </p:sp>
      <p:sp>
        <p:nvSpPr>
          <p:cNvPr id="6" name="Flowchart: Data 5">
            <a:extLst>
              <a:ext uri="{FF2B5EF4-FFF2-40B4-BE49-F238E27FC236}">
                <a16:creationId xmlns:a16="http://schemas.microsoft.com/office/drawing/2014/main" id="{0C9C0A50-F608-A83B-392A-B779DAD2DFBB}"/>
              </a:ext>
            </a:extLst>
          </p:cNvPr>
          <p:cNvSpPr/>
          <p:nvPr/>
        </p:nvSpPr>
        <p:spPr>
          <a:xfrm>
            <a:off x="1650686" y="879712"/>
            <a:ext cx="1808326" cy="469465"/>
          </a:xfrm>
          <a:prstGeom prst="flowChartInputOutpu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Inisialisasi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sensor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5DCCE89-D51B-8409-6CCC-C1C5C0EB6410}"/>
              </a:ext>
            </a:extLst>
          </p:cNvPr>
          <p:cNvCxnSpPr>
            <a:cxnSpLocks/>
            <a:stCxn id="4" idx="4"/>
            <a:endCxn id="6" idx="1"/>
          </p:cNvCxnSpPr>
          <p:nvPr/>
        </p:nvCxnSpPr>
        <p:spPr>
          <a:xfrm>
            <a:off x="2554849" y="596900"/>
            <a:ext cx="0" cy="2828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DE3EE77-6C8F-D9E4-64D5-B52A100CB299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flipH="1">
            <a:off x="2549512" y="2983060"/>
            <a:ext cx="5337" cy="3870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Diamond 10">
            <a:extLst>
              <a:ext uri="{FF2B5EF4-FFF2-40B4-BE49-F238E27FC236}">
                <a16:creationId xmlns:a16="http://schemas.microsoft.com/office/drawing/2014/main" id="{EA73D2E6-6553-D5C9-1C8D-0474E3EE9378}"/>
              </a:ext>
            </a:extLst>
          </p:cNvPr>
          <p:cNvSpPr/>
          <p:nvPr/>
        </p:nvSpPr>
        <p:spPr>
          <a:xfrm>
            <a:off x="1738081" y="2373457"/>
            <a:ext cx="1633536" cy="609603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Mendeteksi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Mobil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E49170-5BFF-6EA1-A293-C4C7C677FB99}"/>
              </a:ext>
            </a:extLst>
          </p:cNvPr>
          <p:cNvSpPr txBox="1"/>
          <p:nvPr/>
        </p:nvSpPr>
        <p:spPr>
          <a:xfrm>
            <a:off x="2554849" y="2983060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E49070-3851-E893-2ABC-DDB612A79925}"/>
              </a:ext>
            </a:extLst>
          </p:cNvPr>
          <p:cNvSpPr txBox="1"/>
          <p:nvPr/>
        </p:nvSpPr>
        <p:spPr>
          <a:xfrm>
            <a:off x="3194929" y="2720008"/>
            <a:ext cx="6127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8A8DD2A-D0AC-DAFD-AF82-F67A200ACE58}"/>
              </a:ext>
            </a:extLst>
          </p:cNvPr>
          <p:cNvSpPr/>
          <p:nvPr/>
        </p:nvSpPr>
        <p:spPr>
          <a:xfrm>
            <a:off x="1841707" y="3370120"/>
            <a:ext cx="1415609" cy="4450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Mengirimkan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 1 Ke Monitor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3F848C0-BF45-1949-0A2F-65B47E6B3C40}"/>
              </a:ext>
            </a:extLst>
          </p:cNvPr>
          <p:cNvSpPr/>
          <p:nvPr/>
        </p:nvSpPr>
        <p:spPr>
          <a:xfrm>
            <a:off x="1840717" y="4112470"/>
            <a:ext cx="1415609" cy="4450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Menyalakan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Lampu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F2932CC-0594-5352-4F03-9EE362FE24C6}"/>
              </a:ext>
            </a:extLst>
          </p:cNvPr>
          <p:cNvCxnSpPr>
            <a:cxnSpLocks/>
            <a:stCxn id="6" idx="4"/>
            <a:endCxn id="5" idx="0"/>
          </p:cNvCxnSpPr>
          <p:nvPr/>
        </p:nvCxnSpPr>
        <p:spPr>
          <a:xfrm>
            <a:off x="2554849" y="1349177"/>
            <a:ext cx="0" cy="2447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387B63F-EBB7-09FD-A3BB-3E39FFFC2B67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2554849" y="2038975"/>
            <a:ext cx="0" cy="3344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1C93B3F-3466-CE80-C41C-010FDCED0037}"/>
              </a:ext>
            </a:extLst>
          </p:cNvPr>
          <p:cNvSpPr/>
          <p:nvPr/>
        </p:nvSpPr>
        <p:spPr>
          <a:xfrm>
            <a:off x="3648390" y="3370120"/>
            <a:ext cx="1415608" cy="4450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Mengirimkan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 0 Ke Monitor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DF85420-4AEC-8FA4-6224-2B8AA7A96CE7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3371617" y="2678259"/>
            <a:ext cx="97975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112E1E4-091F-74A9-AE69-307E97A1CAAE}"/>
              </a:ext>
            </a:extLst>
          </p:cNvPr>
          <p:cNvCxnSpPr>
            <a:cxnSpLocks/>
            <a:endCxn id="30" idx="0"/>
          </p:cNvCxnSpPr>
          <p:nvPr/>
        </p:nvCxnSpPr>
        <p:spPr>
          <a:xfrm flipH="1">
            <a:off x="4356194" y="2678259"/>
            <a:ext cx="4191" cy="6918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F05B71AB-C207-C170-76D0-3465C3023F34}"/>
              </a:ext>
            </a:extLst>
          </p:cNvPr>
          <p:cNvSpPr/>
          <p:nvPr/>
        </p:nvSpPr>
        <p:spPr>
          <a:xfrm>
            <a:off x="3680140" y="4121255"/>
            <a:ext cx="1364808" cy="4450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Mematikan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Lampu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9E1C2F0-2B2B-25DF-F49C-9B652CB7F07D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 flipH="1">
            <a:off x="2548522" y="3815206"/>
            <a:ext cx="990" cy="2972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1DB05B7-36C3-3F6C-3509-CE53AF814D88}"/>
              </a:ext>
            </a:extLst>
          </p:cNvPr>
          <p:cNvCxnSpPr>
            <a:cxnSpLocks/>
            <a:stCxn id="30" idx="2"/>
            <a:endCxn id="45" idx="0"/>
          </p:cNvCxnSpPr>
          <p:nvPr/>
        </p:nvCxnSpPr>
        <p:spPr>
          <a:xfrm>
            <a:off x="4356194" y="3815206"/>
            <a:ext cx="6350" cy="30604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91DA2B32-91ED-D0B3-F3AB-113A32EF2004}"/>
              </a:ext>
            </a:extLst>
          </p:cNvPr>
          <p:cNvSpPr/>
          <p:nvPr/>
        </p:nvSpPr>
        <p:spPr>
          <a:xfrm>
            <a:off x="2813578" y="4870750"/>
            <a:ext cx="1280160" cy="445087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err="1"/>
              <a:t>Selesai</a:t>
            </a:r>
            <a:endParaRPr lang="en-ID"/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1C488B61-6B7E-7E4F-0677-2D0C027FA06A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2548522" y="4557556"/>
            <a:ext cx="0" cy="53737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75C1A92-BA53-49FE-4121-5D8A82877D4C}"/>
              </a:ext>
            </a:extLst>
          </p:cNvPr>
          <p:cNvCxnSpPr>
            <a:cxnSpLocks/>
            <a:stCxn id="45" idx="2"/>
          </p:cNvCxnSpPr>
          <p:nvPr/>
        </p:nvCxnSpPr>
        <p:spPr>
          <a:xfrm flipH="1">
            <a:off x="4358289" y="4566341"/>
            <a:ext cx="4255" cy="5285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EC6E825-CD59-944D-6CF6-A28F7EFE4476}"/>
              </a:ext>
            </a:extLst>
          </p:cNvPr>
          <p:cNvCxnSpPr>
            <a:cxnSpLocks/>
            <a:endCxn id="60" idx="2"/>
          </p:cNvCxnSpPr>
          <p:nvPr/>
        </p:nvCxnSpPr>
        <p:spPr>
          <a:xfrm>
            <a:off x="2543168" y="5093293"/>
            <a:ext cx="270410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150B5892-8AC9-6D1F-73D7-5A5C80D9765D}"/>
              </a:ext>
            </a:extLst>
          </p:cNvPr>
          <p:cNvCxnSpPr>
            <a:cxnSpLocks/>
            <a:endCxn id="60" idx="6"/>
          </p:cNvCxnSpPr>
          <p:nvPr/>
        </p:nvCxnSpPr>
        <p:spPr>
          <a:xfrm flipH="1">
            <a:off x="4093738" y="5093293"/>
            <a:ext cx="259197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Oval 75">
            <a:extLst>
              <a:ext uri="{FF2B5EF4-FFF2-40B4-BE49-F238E27FC236}">
                <a16:creationId xmlns:a16="http://schemas.microsoft.com/office/drawing/2014/main" id="{A166809C-4097-F42B-72FF-5C5A78AA9E85}"/>
              </a:ext>
            </a:extLst>
          </p:cNvPr>
          <p:cNvSpPr/>
          <p:nvPr/>
        </p:nvSpPr>
        <p:spPr>
          <a:xfrm>
            <a:off x="6807981" y="151813"/>
            <a:ext cx="1280160" cy="445087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err="1"/>
              <a:t>Mulai</a:t>
            </a:r>
            <a:endParaRPr lang="en-ID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D0C99AD-2C92-F1FC-67A4-421C38C837F1}"/>
              </a:ext>
            </a:extLst>
          </p:cNvPr>
          <p:cNvSpPr/>
          <p:nvPr/>
        </p:nvSpPr>
        <p:spPr>
          <a:xfrm>
            <a:off x="6849220" y="1743589"/>
            <a:ext cx="1197682" cy="6096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Membaca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 Sensor Lora</a:t>
            </a:r>
          </a:p>
        </p:txBody>
      </p:sp>
      <p:sp>
        <p:nvSpPr>
          <p:cNvPr id="78" name="Flowchart: Data 77">
            <a:extLst>
              <a:ext uri="{FF2B5EF4-FFF2-40B4-BE49-F238E27FC236}">
                <a16:creationId xmlns:a16="http://schemas.microsoft.com/office/drawing/2014/main" id="{E3A6A60F-D02E-61CF-8017-22F6551DEBA3}"/>
              </a:ext>
            </a:extLst>
          </p:cNvPr>
          <p:cNvSpPr/>
          <p:nvPr/>
        </p:nvSpPr>
        <p:spPr>
          <a:xfrm>
            <a:off x="6543898" y="879712"/>
            <a:ext cx="1808326" cy="469465"/>
          </a:xfrm>
          <a:prstGeom prst="flowChartInputOutpu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Inisialisasi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sensor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07CFE206-8A2F-0115-7932-D9A41739100F}"/>
              </a:ext>
            </a:extLst>
          </p:cNvPr>
          <p:cNvCxnSpPr>
            <a:cxnSpLocks/>
            <a:stCxn id="76" idx="4"/>
            <a:endCxn id="78" idx="1"/>
          </p:cNvCxnSpPr>
          <p:nvPr/>
        </p:nvCxnSpPr>
        <p:spPr>
          <a:xfrm>
            <a:off x="7448061" y="596900"/>
            <a:ext cx="0" cy="2828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D51AAAED-3E81-1D33-BA37-E0FB2E13E89A}"/>
              </a:ext>
            </a:extLst>
          </p:cNvPr>
          <p:cNvCxnSpPr>
            <a:cxnSpLocks/>
            <a:stCxn id="81" idx="2"/>
            <a:endCxn id="84" idx="0"/>
          </p:cNvCxnSpPr>
          <p:nvPr/>
        </p:nvCxnSpPr>
        <p:spPr>
          <a:xfrm flipH="1">
            <a:off x="7442724" y="3260059"/>
            <a:ext cx="5337" cy="38705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Diamond 80">
            <a:extLst>
              <a:ext uri="{FF2B5EF4-FFF2-40B4-BE49-F238E27FC236}">
                <a16:creationId xmlns:a16="http://schemas.microsoft.com/office/drawing/2014/main" id="{DA485A73-F6C0-C23B-39E4-DC3FF2199392}"/>
              </a:ext>
            </a:extLst>
          </p:cNvPr>
          <p:cNvSpPr/>
          <p:nvPr/>
        </p:nvSpPr>
        <p:spPr>
          <a:xfrm>
            <a:off x="6631293" y="2650456"/>
            <a:ext cx="1633536" cy="609603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Menerima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EED4B77-2CE4-2573-BDA6-32D8DE834CF5}"/>
              </a:ext>
            </a:extLst>
          </p:cNvPr>
          <p:cNvSpPr txBox="1"/>
          <p:nvPr/>
        </p:nvSpPr>
        <p:spPr>
          <a:xfrm>
            <a:off x="7448061" y="3260059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12AAE4C-B131-6D9D-C993-70B7EA9B4B0C}"/>
              </a:ext>
            </a:extLst>
          </p:cNvPr>
          <p:cNvSpPr txBox="1"/>
          <p:nvPr/>
        </p:nvSpPr>
        <p:spPr>
          <a:xfrm>
            <a:off x="8088141" y="2997007"/>
            <a:ext cx="61274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966BCDD-BC27-3C85-DED2-C8CA023F3935}"/>
              </a:ext>
            </a:extLst>
          </p:cNvPr>
          <p:cNvSpPr/>
          <p:nvPr/>
        </p:nvSpPr>
        <p:spPr>
          <a:xfrm>
            <a:off x="6734919" y="3647118"/>
            <a:ext cx="1415609" cy="5629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Menampilkan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 Slot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Parkir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Pada LCD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F9BE8C3F-701D-AA81-249D-ADC04A68B8F6}"/>
              </a:ext>
            </a:extLst>
          </p:cNvPr>
          <p:cNvCxnSpPr>
            <a:cxnSpLocks/>
            <a:stCxn id="78" idx="4"/>
            <a:endCxn id="77" idx="0"/>
          </p:cNvCxnSpPr>
          <p:nvPr/>
        </p:nvCxnSpPr>
        <p:spPr>
          <a:xfrm>
            <a:off x="7448061" y="1349177"/>
            <a:ext cx="0" cy="3944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43C58562-3B31-B865-36CB-4D16BF944C79}"/>
              </a:ext>
            </a:extLst>
          </p:cNvPr>
          <p:cNvCxnSpPr>
            <a:cxnSpLocks/>
            <a:stCxn id="77" idx="2"/>
            <a:endCxn id="81" idx="0"/>
          </p:cNvCxnSpPr>
          <p:nvPr/>
        </p:nvCxnSpPr>
        <p:spPr>
          <a:xfrm>
            <a:off x="7448061" y="2353192"/>
            <a:ext cx="0" cy="2972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32FD7BA-30AC-A1C1-705E-3718B95353C6}"/>
              </a:ext>
            </a:extLst>
          </p:cNvPr>
          <p:cNvCxnSpPr>
            <a:cxnSpLocks/>
            <a:stCxn id="81" idx="3"/>
          </p:cNvCxnSpPr>
          <p:nvPr/>
        </p:nvCxnSpPr>
        <p:spPr>
          <a:xfrm>
            <a:off x="8264829" y="2955258"/>
            <a:ext cx="97975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8117C351-B2DF-1F68-C3A7-FA4AC810092E}"/>
              </a:ext>
            </a:extLst>
          </p:cNvPr>
          <p:cNvCxnSpPr>
            <a:cxnSpLocks/>
            <a:endCxn id="77" idx="3"/>
          </p:cNvCxnSpPr>
          <p:nvPr/>
        </p:nvCxnSpPr>
        <p:spPr>
          <a:xfrm flipH="1">
            <a:off x="8046902" y="2048391"/>
            <a:ext cx="11976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02695812-1A6E-3891-06B2-7B63CF62DF40}"/>
              </a:ext>
            </a:extLst>
          </p:cNvPr>
          <p:cNvCxnSpPr>
            <a:cxnSpLocks/>
            <a:stCxn id="84" idx="2"/>
            <a:endCxn id="94" idx="0"/>
          </p:cNvCxnSpPr>
          <p:nvPr/>
        </p:nvCxnSpPr>
        <p:spPr>
          <a:xfrm>
            <a:off x="7442724" y="4210049"/>
            <a:ext cx="0" cy="3475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Oval 93">
            <a:extLst>
              <a:ext uri="{FF2B5EF4-FFF2-40B4-BE49-F238E27FC236}">
                <a16:creationId xmlns:a16="http://schemas.microsoft.com/office/drawing/2014/main" id="{077E1AFC-F289-06E2-312D-DEA40A4C740C}"/>
              </a:ext>
            </a:extLst>
          </p:cNvPr>
          <p:cNvSpPr/>
          <p:nvPr/>
        </p:nvSpPr>
        <p:spPr>
          <a:xfrm>
            <a:off x="6802644" y="4557556"/>
            <a:ext cx="1280160" cy="445087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err="1"/>
              <a:t>Selesai</a:t>
            </a:r>
            <a:endParaRPr lang="en-ID"/>
          </a:p>
        </p:txBody>
      </p: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644D2B27-F8FE-743F-0848-8FE17CB8343A}"/>
              </a:ext>
            </a:extLst>
          </p:cNvPr>
          <p:cNvCxnSpPr>
            <a:cxnSpLocks/>
          </p:cNvCxnSpPr>
          <p:nvPr/>
        </p:nvCxnSpPr>
        <p:spPr>
          <a:xfrm flipV="1">
            <a:off x="9244583" y="2048390"/>
            <a:ext cx="6918" cy="9046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447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00AA346-B614-60DE-23DA-A3904E37F01D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flipH="1">
            <a:off x="7749615" y="4673358"/>
            <a:ext cx="6229" cy="1835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CD436651-6B21-5713-6589-F2D6ABCAA057}"/>
              </a:ext>
            </a:extLst>
          </p:cNvPr>
          <p:cNvSpPr/>
          <p:nvPr/>
        </p:nvSpPr>
        <p:spPr>
          <a:xfrm>
            <a:off x="7217682" y="710170"/>
            <a:ext cx="1076324" cy="278506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6136A66-4130-8BEC-FBB9-8C09CF372DC5}"/>
              </a:ext>
            </a:extLst>
          </p:cNvPr>
          <p:cNvSpPr/>
          <p:nvPr/>
        </p:nvSpPr>
        <p:spPr>
          <a:xfrm>
            <a:off x="7120051" y="1208891"/>
            <a:ext cx="1271586" cy="228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Arming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9A4C0A-683A-A67B-97B1-60D3CB3BEAFE}"/>
              </a:ext>
            </a:extLst>
          </p:cNvPr>
          <p:cNvSpPr/>
          <p:nvPr/>
        </p:nvSpPr>
        <p:spPr>
          <a:xfrm>
            <a:off x="7120051" y="2455172"/>
            <a:ext cx="1271586" cy="29527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Takeoff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1D8CE3-1E1D-9394-2417-B7294394D878}"/>
              </a:ext>
            </a:extLst>
          </p:cNvPr>
          <p:cNvSpPr/>
          <p:nvPr/>
        </p:nvSpPr>
        <p:spPr>
          <a:xfrm>
            <a:off x="7120051" y="4290625"/>
            <a:ext cx="1271586" cy="38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Menyalakan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Waterpump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AB55EB-E284-E9B9-C2F5-8259851747D2}"/>
              </a:ext>
            </a:extLst>
          </p:cNvPr>
          <p:cNvSpPr/>
          <p:nvPr/>
        </p:nvSpPr>
        <p:spPr>
          <a:xfrm>
            <a:off x="9110774" y="3529897"/>
            <a:ext cx="1271586" cy="3111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Landing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CAAA9A3-9A6A-615D-CB3B-5508DC01047F}"/>
              </a:ext>
            </a:extLst>
          </p:cNvPr>
          <p:cNvCxnSpPr>
            <a:stCxn id="5" idx="4"/>
            <a:endCxn id="6" idx="0"/>
          </p:cNvCxnSpPr>
          <p:nvPr/>
        </p:nvCxnSpPr>
        <p:spPr>
          <a:xfrm>
            <a:off x="7755844" y="988676"/>
            <a:ext cx="0" cy="2202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D4E31AF-2C2E-4DAA-1398-9B6C858A7469}"/>
              </a:ext>
            </a:extLst>
          </p:cNvPr>
          <p:cNvCxnSpPr>
            <a:cxnSpLocks/>
            <a:stCxn id="6" idx="2"/>
            <a:endCxn id="14" idx="1"/>
          </p:cNvCxnSpPr>
          <p:nvPr/>
        </p:nvCxnSpPr>
        <p:spPr>
          <a:xfrm>
            <a:off x="7755844" y="1437491"/>
            <a:ext cx="0" cy="285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452A2F4-0535-375A-3EA6-F42F4D8306F7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7755844" y="2188742"/>
            <a:ext cx="0" cy="2664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85C7125E-AF9A-12BC-8763-BE5803494421}"/>
              </a:ext>
            </a:extLst>
          </p:cNvPr>
          <p:cNvSpPr/>
          <p:nvPr/>
        </p:nvSpPr>
        <p:spPr>
          <a:xfrm>
            <a:off x="7618646" y="4856898"/>
            <a:ext cx="261937" cy="24765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14" name="Flowchart: Data 13">
            <a:extLst>
              <a:ext uri="{FF2B5EF4-FFF2-40B4-BE49-F238E27FC236}">
                <a16:creationId xmlns:a16="http://schemas.microsoft.com/office/drawing/2014/main" id="{B0538F70-17F5-A2D9-FF8C-38937B4BBF15}"/>
              </a:ext>
            </a:extLst>
          </p:cNvPr>
          <p:cNvSpPr/>
          <p:nvPr/>
        </p:nvSpPr>
        <p:spPr>
          <a:xfrm>
            <a:off x="6851681" y="1722979"/>
            <a:ext cx="1808326" cy="469465"/>
          </a:xfrm>
          <a:prstGeom prst="flowChartInputOutpu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/>
              <a:t>Masukkan Jarak </a:t>
            </a:r>
            <a:r>
              <a:rPr lang="en-US" sz="1200" err="1"/>
              <a:t>semprot</a:t>
            </a:r>
            <a:endParaRPr lang="en-ID" sz="1200"/>
          </a:p>
        </p:txBody>
      </p:sp>
      <p:sp>
        <p:nvSpPr>
          <p:cNvPr id="15" name="Diamond 14">
            <a:extLst>
              <a:ext uri="{FF2B5EF4-FFF2-40B4-BE49-F238E27FC236}">
                <a16:creationId xmlns:a16="http://schemas.microsoft.com/office/drawing/2014/main" id="{6AFC3627-4DB0-3F91-29A9-5979C5BC40F8}"/>
              </a:ext>
            </a:extLst>
          </p:cNvPr>
          <p:cNvSpPr/>
          <p:nvPr/>
        </p:nvSpPr>
        <p:spPr>
          <a:xfrm>
            <a:off x="6939076" y="3543876"/>
            <a:ext cx="1633536" cy="609603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Jarak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Semprot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D841BD1-26C0-A2CE-F66A-13BEA88C6FD2}"/>
              </a:ext>
            </a:extLst>
          </p:cNvPr>
          <p:cNvCxnSpPr>
            <a:cxnSpLocks/>
            <a:stCxn id="7" idx="2"/>
            <a:endCxn id="17" idx="0"/>
          </p:cNvCxnSpPr>
          <p:nvPr/>
        </p:nvCxnSpPr>
        <p:spPr>
          <a:xfrm>
            <a:off x="7755844" y="2750446"/>
            <a:ext cx="0" cy="1858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F3D757D1-FA4A-824C-CACA-5D4B76D1D094}"/>
              </a:ext>
            </a:extLst>
          </p:cNvPr>
          <p:cNvSpPr/>
          <p:nvPr/>
        </p:nvSpPr>
        <p:spPr>
          <a:xfrm>
            <a:off x="7120051" y="2936278"/>
            <a:ext cx="1271586" cy="4217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Terbang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Sesuai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Misi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B477A9B-3357-EDA9-005C-950CAD1905BA}"/>
              </a:ext>
            </a:extLst>
          </p:cNvPr>
          <p:cNvCxnSpPr>
            <a:cxnSpLocks/>
            <a:stCxn id="17" idx="2"/>
            <a:endCxn id="15" idx="0"/>
          </p:cNvCxnSpPr>
          <p:nvPr/>
        </p:nvCxnSpPr>
        <p:spPr>
          <a:xfrm>
            <a:off x="7755844" y="3358044"/>
            <a:ext cx="0" cy="1858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D2E37F1-B5E9-DF10-7D84-D5916A5A5222}"/>
              </a:ext>
            </a:extLst>
          </p:cNvPr>
          <p:cNvSpPr txBox="1"/>
          <p:nvPr/>
        </p:nvSpPr>
        <p:spPr>
          <a:xfrm>
            <a:off x="6570239" y="3564058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179B5E6-2A16-6C08-1CE3-C6AF0962B216}"/>
              </a:ext>
            </a:extLst>
          </p:cNvPr>
          <p:cNvCxnSpPr>
            <a:cxnSpLocks/>
            <a:stCxn id="15" idx="2"/>
            <a:endCxn id="8" idx="0"/>
          </p:cNvCxnSpPr>
          <p:nvPr/>
        </p:nvCxnSpPr>
        <p:spPr>
          <a:xfrm>
            <a:off x="7755844" y="4153479"/>
            <a:ext cx="0" cy="1371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Diamond 20">
            <a:extLst>
              <a:ext uri="{FF2B5EF4-FFF2-40B4-BE49-F238E27FC236}">
                <a16:creationId xmlns:a16="http://schemas.microsoft.com/office/drawing/2014/main" id="{FD1C0D59-F601-0730-FFCA-49340EEEFE8E}"/>
              </a:ext>
            </a:extLst>
          </p:cNvPr>
          <p:cNvSpPr/>
          <p:nvPr/>
        </p:nvSpPr>
        <p:spPr>
          <a:xfrm>
            <a:off x="5086027" y="3547345"/>
            <a:ext cx="1633536" cy="609603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Menekan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Tombol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Spray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B454439-CFE9-4B96-38AD-D6E4C687BBE7}"/>
              </a:ext>
            </a:extLst>
          </p:cNvPr>
          <p:cNvCxnSpPr>
            <a:cxnSpLocks/>
            <a:stCxn id="15" idx="1"/>
            <a:endCxn id="21" idx="3"/>
          </p:cNvCxnSpPr>
          <p:nvPr/>
        </p:nvCxnSpPr>
        <p:spPr>
          <a:xfrm flipH="1">
            <a:off x="6719563" y="3848678"/>
            <a:ext cx="219513" cy="346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3BF0F1E-B4C9-484E-5A1B-BB03DEC213F2}"/>
              </a:ext>
            </a:extLst>
          </p:cNvPr>
          <p:cNvCxnSpPr>
            <a:cxnSpLocks/>
            <a:stCxn id="21" idx="0"/>
          </p:cNvCxnSpPr>
          <p:nvPr/>
        </p:nvCxnSpPr>
        <p:spPr>
          <a:xfrm flipV="1">
            <a:off x="5902795" y="3168511"/>
            <a:ext cx="0" cy="37883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8BBD392-59DC-F950-35BE-EF30E81CFF41}"/>
              </a:ext>
            </a:extLst>
          </p:cNvPr>
          <p:cNvCxnSpPr>
            <a:cxnSpLocks/>
            <a:endCxn id="17" idx="1"/>
          </p:cNvCxnSpPr>
          <p:nvPr/>
        </p:nvCxnSpPr>
        <p:spPr>
          <a:xfrm flipV="1">
            <a:off x="5902795" y="3147161"/>
            <a:ext cx="1217256" cy="213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A831F0D-12D4-9FD0-51F4-A556C930F1E0}"/>
              </a:ext>
            </a:extLst>
          </p:cNvPr>
          <p:cNvSpPr txBox="1"/>
          <p:nvPr/>
        </p:nvSpPr>
        <p:spPr>
          <a:xfrm>
            <a:off x="5843938" y="3231610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9B19465-8003-5E2D-2BF7-723878B3E17C}"/>
              </a:ext>
            </a:extLst>
          </p:cNvPr>
          <p:cNvCxnSpPr>
            <a:cxnSpLocks/>
          </p:cNvCxnSpPr>
          <p:nvPr/>
        </p:nvCxnSpPr>
        <p:spPr>
          <a:xfrm flipV="1">
            <a:off x="5902795" y="4481991"/>
            <a:ext cx="1217256" cy="213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21E750C-57D2-B2F2-2E9D-18C63AE2C418}"/>
              </a:ext>
            </a:extLst>
          </p:cNvPr>
          <p:cNvCxnSpPr>
            <a:cxnSpLocks/>
            <a:endCxn id="21" idx="2"/>
          </p:cNvCxnSpPr>
          <p:nvPr/>
        </p:nvCxnSpPr>
        <p:spPr>
          <a:xfrm flipH="1" flipV="1">
            <a:off x="5902795" y="4156948"/>
            <a:ext cx="10511" cy="34639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8EBCE40-5FD5-2E6A-1EAC-07152AE44FF7}"/>
              </a:ext>
            </a:extLst>
          </p:cNvPr>
          <p:cNvSpPr txBox="1"/>
          <p:nvPr/>
        </p:nvSpPr>
        <p:spPr>
          <a:xfrm>
            <a:off x="5843938" y="4152125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17A9468-DFB4-7A43-A293-27B4C5D53F4E}"/>
              </a:ext>
            </a:extLst>
          </p:cNvPr>
          <p:cNvSpPr txBox="1"/>
          <p:nvPr/>
        </p:nvSpPr>
        <p:spPr>
          <a:xfrm>
            <a:off x="9701549" y="2612851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73AE57E-8BCD-4452-DEAB-496EBB00155C}"/>
              </a:ext>
            </a:extLst>
          </p:cNvPr>
          <p:cNvSpPr/>
          <p:nvPr/>
        </p:nvSpPr>
        <p:spPr>
          <a:xfrm>
            <a:off x="9615598" y="788015"/>
            <a:ext cx="261937" cy="24765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092DA603-A31E-F583-3A3C-38122C25CBDC}"/>
              </a:ext>
            </a:extLst>
          </p:cNvPr>
          <p:cNvSpPr/>
          <p:nvPr/>
        </p:nvSpPr>
        <p:spPr>
          <a:xfrm>
            <a:off x="8929799" y="1245538"/>
            <a:ext cx="1633536" cy="669393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Akhir Jarak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semprot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Diamond 31">
            <a:extLst>
              <a:ext uri="{FF2B5EF4-FFF2-40B4-BE49-F238E27FC236}">
                <a16:creationId xmlns:a16="http://schemas.microsoft.com/office/drawing/2014/main" id="{BBB9E21C-CC3D-DE64-7B61-F1B400672EE8}"/>
              </a:ext>
            </a:extLst>
          </p:cNvPr>
          <p:cNvSpPr/>
          <p:nvPr/>
        </p:nvSpPr>
        <p:spPr>
          <a:xfrm>
            <a:off x="8929799" y="2093053"/>
            <a:ext cx="1633536" cy="609603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Menekan</a:t>
            </a:r>
            <a:r>
              <a:rPr lang="en-US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Tombol</a:t>
            </a:r>
            <a:r>
              <a:rPr lang="en-US" sz="11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Spray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0B3791C-11C2-2B65-A209-C3926F3407BA}"/>
              </a:ext>
            </a:extLst>
          </p:cNvPr>
          <p:cNvCxnSpPr>
            <a:cxnSpLocks/>
          </p:cNvCxnSpPr>
          <p:nvPr/>
        </p:nvCxnSpPr>
        <p:spPr>
          <a:xfrm flipV="1">
            <a:off x="10563335" y="2398211"/>
            <a:ext cx="405450" cy="755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6BBE546-779D-5975-EAAC-380A910E611D}"/>
              </a:ext>
            </a:extLst>
          </p:cNvPr>
          <p:cNvCxnSpPr>
            <a:cxnSpLocks/>
            <a:endCxn id="30" idx="6"/>
          </p:cNvCxnSpPr>
          <p:nvPr/>
        </p:nvCxnSpPr>
        <p:spPr>
          <a:xfrm flipH="1">
            <a:off x="9877535" y="911840"/>
            <a:ext cx="107100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1A5C768-62E4-155D-FDFA-5930DCBA084A}"/>
              </a:ext>
            </a:extLst>
          </p:cNvPr>
          <p:cNvCxnSpPr>
            <a:cxnSpLocks/>
          </p:cNvCxnSpPr>
          <p:nvPr/>
        </p:nvCxnSpPr>
        <p:spPr>
          <a:xfrm>
            <a:off x="10968785" y="893949"/>
            <a:ext cx="0" cy="6721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00EDE8A-A15D-7A96-FC82-8B2DB215263C}"/>
              </a:ext>
            </a:extLst>
          </p:cNvPr>
          <p:cNvCxnSpPr>
            <a:cxnSpLocks/>
          </p:cNvCxnSpPr>
          <p:nvPr/>
        </p:nvCxnSpPr>
        <p:spPr>
          <a:xfrm>
            <a:off x="8781845" y="1578839"/>
            <a:ext cx="0" cy="150276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2A9F5D3-9F13-79F5-F770-FE9461A0E392}"/>
              </a:ext>
            </a:extLst>
          </p:cNvPr>
          <p:cNvCxnSpPr>
            <a:cxnSpLocks/>
            <a:endCxn id="31" idx="1"/>
          </p:cNvCxnSpPr>
          <p:nvPr/>
        </p:nvCxnSpPr>
        <p:spPr>
          <a:xfrm>
            <a:off x="8781845" y="1580235"/>
            <a:ext cx="14795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5CB086F-EDC8-24B8-7F31-E5D6C408A22E}"/>
              </a:ext>
            </a:extLst>
          </p:cNvPr>
          <p:cNvCxnSpPr>
            <a:cxnSpLocks/>
            <a:stCxn id="31" idx="2"/>
            <a:endCxn id="32" idx="0"/>
          </p:cNvCxnSpPr>
          <p:nvPr/>
        </p:nvCxnSpPr>
        <p:spPr>
          <a:xfrm>
            <a:off x="9746567" y="1914931"/>
            <a:ext cx="0" cy="1781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119B8F39-BE16-489E-1104-DA2569D927AC}"/>
              </a:ext>
            </a:extLst>
          </p:cNvPr>
          <p:cNvSpPr/>
          <p:nvPr/>
        </p:nvSpPr>
        <p:spPr>
          <a:xfrm>
            <a:off x="9110774" y="2870724"/>
            <a:ext cx="1271586" cy="42176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Matikan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Waterpump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2355BB3-CE95-3A48-8B03-7BB4D0430EBE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8781845" y="3081607"/>
            <a:ext cx="3289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EE69A95-90F3-2131-7FA5-8E5C92D436E3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9746567" y="2711197"/>
            <a:ext cx="0" cy="1595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DC7723C-E38D-78C8-69C7-DFE53D6D3CEF}"/>
              </a:ext>
            </a:extLst>
          </p:cNvPr>
          <p:cNvSpPr txBox="1"/>
          <p:nvPr/>
        </p:nvSpPr>
        <p:spPr>
          <a:xfrm>
            <a:off x="9697747" y="1827407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ED1A098-DBBD-C4A2-1EF2-E9F3CC9E1FCB}"/>
              </a:ext>
            </a:extLst>
          </p:cNvPr>
          <p:cNvSpPr txBox="1"/>
          <p:nvPr/>
        </p:nvSpPr>
        <p:spPr>
          <a:xfrm>
            <a:off x="10608353" y="2441424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5FE764F-BFB4-7922-06B9-A0412BB181D8}"/>
              </a:ext>
            </a:extLst>
          </p:cNvPr>
          <p:cNvCxnSpPr>
            <a:cxnSpLocks/>
          </p:cNvCxnSpPr>
          <p:nvPr/>
        </p:nvCxnSpPr>
        <p:spPr>
          <a:xfrm>
            <a:off x="10968785" y="1565121"/>
            <a:ext cx="0" cy="832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55387308-FF4E-9ACC-764C-872E0BF132DA}"/>
              </a:ext>
            </a:extLst>
          </p:cNvPr>
          <p:cNvSpPr txBox="1"/>
          <p:nvPr/>
        </p:nvSpPr>
        <p:spPr>
          <a:xfrm>
            <a:off x="7749614" y="4040735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2EC64FF-D03B-D2F6-8757-C5B60050BAA1}"/>
              </a:ext>
            </a:extLst>
          </p:cNvPr>
          <p:cNvSpPr txBox="1"/>
          <p:nvPr/>
        </p:nvSpPr>
        <p:spPr>
          <a:xfrm>
            <a:off x="8645556" y="1345073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6291E03-586B-4E93-EEAD-5A05E514CBF6}"/>
              </a:ext>
            </a:extLst>
          </p:cNvPr>
          <p:cNvCxnSpPr>
            <a:cxnSpLocks/>
            <a:stCxn id="30" idx="4"/>
            <a:endCxn id="31" idx="0"/>
          </p:cNvCxnSpPr>
          <p:nvPr/>
        </p:nvCxnSpPr>
        <p:spPr>
          <a:xfrm>
            <a:off x="9746567" y="1035665"/>
            <a:ext cx="0" cy="2098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8A5AA34-50EB-CA20-1C6A-A40792766F15}"/>
              </a:ext>
            </a:extLst>
          </p:cNvPr>
          <p:cNvCxnSpPr>
            <a:cxnSpLocks/>
            <a:stCxn id="39" idx="2"/>
            <a:endCxn id="9" idx="0"/>
          </p:cNvCxnSpPr>
          <p:nvPr/>
        </p:nvCxnSpPr>
        <p:spPr>
          <a:xfrm>
            <a:off x="9746567" y="3292490"/>
            <a:ext cx="0" cy="2374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40065973-047D-A27F-A252-CC3487C55BCF}"/>
              </a:ext>
            </a:extLst>
          </p:cNvPr>
          <p:cNvSpPr/>
          <p:nvPr/>
        </p:nvSpPr>
        <p:spPr>
          <a:xfrm>
            <a:off x="9208405" y="4012119"/>
            <a:ext cx="1076324" cy="278506"/>
          </a:xfrm>
          <a:prstGeom prst="ellipse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Selesai</a:t>
            </a:r>
            <a:endParaRPr lang="en-US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97FF135-00C9-5D62-C93F-F61D7697F4EF}"/>
              </a:ext>
            </a:extLst>
          </p:cNvPr>
          <p:cNvCxnSpPr>
            <a:cxnSpLocks/>
            <a:stCxn id="9" idx="2"/>
            <a:endCxn id="49" idx="0"/>
          </p:cNvCxnSpPr>
          <p:nvPr/>
        </p:nvCxnSpPr>
        <p:spPr>
          <a:xfrm>
            <a:off x="9746567" y="3841057"/>
            <a:ext cx="0" cy="1710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40115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ADE53A2E-B1E2-A62C-0ED8-889A512110F5}"/>
              </a:ext>
            </a:extLst>
          </p:cNvPr>
          <p:cNvSpPr/>
          <p:nvPr/>
        </p:nvSpPr>
        <p:spPr>
          <a:xfrm>
            <a:off x="2207455" y="700453"/>
            <a:ext cx="1280160" cy="445087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err="1"/>
              <a:t>Mulai</a:t>
            </a:r>
            <a:endParaRPr lang="en-ID"/>
          </a:p>
        </p:txBody>
      </p:sp>
      <p:sp>
        <p:nvSpPr>
          <p:cNvPr id="6" name="Flowchart: Data 5">
            <a:extLst>
              <a:ext uri="{FF2B5EF4-FFF2-40B4-BE49-F238E27FC236}">
                <a16:creationId xmlns:a16="http://schemas.microsoft.com/office/drawing/2014/main" id="{B08D5E60-5BDC-11B0-84AA-D67EE9D08BC6}"/>
              </a:ext>
            </a:extLst>
          </p:cNvPr>
          <p:cNvSpPr/>
          <p:nvPr/>
        </p:nvSpPr>
        <p:spPr>
          <a:xfrm>
            <a:off x="1944515" y="1324052"/>
            <a:ext cx="1808326" cy="580788"/>
          </a:xfrm>
          <a:prstGeom prst="flowChartInputOutpu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Inisialisasi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ESP32 dan ESP32 cam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C6BC2D-82E1-A60B-A8F6-7119A8E0C6B0}"/>
              </a:ext>
            </a:extLst>
          </p:cNvPr>
          <p:cNvSpPr/>
          <p:nvPr/>
        </p:nvSpPr>
        <p:spPr>
          <a:xfrm>
            <a:off x="6193638" y="3715779"/>
            <a:ext cx="1197682" cy="53156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Kotak Terbuka</a:t>
            </a:r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5CC18420-B724-6D0A-9449-2F91B04C3115}"/>
              </a:ext>
            </a:extLst>
          </p:cNvPr>
          <p:cNvSpPr/>
          <p:nvPr/>
        </p:nvSpPr>
        <p:spPr>
          <a:xfrm>
            <a:off x="2023610" y="2424542"/>
            <a:ext cx="1633536" cy="770448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Tap Kartu RFID</a:t>
            </a:r>
          </a:p>
        </p:txBody>
      </p:sp>
      <p:sp>
        <p:nvSpPr>
          <p:cNvPr id="9" name="Diamond 8">
            <a:extLst>
              <a:ext uri="{FF2B5EF4-FFF2-40B4-BE49-F238E27FC236}">
                <a16:creationId xmlns:a16="http://schemas.microsoft.com/office/drawing/2014/main" id="{89CBE412-910C-A677-0783-3B13A129D8DD}"/>
              </a:ext>
            </a:extLst>
          </p:cNvPr>
          <p:cNvSpPr/>
          <p:nvPr/>
        </p:nvSpPr>
        <p:spPr>
          <a:xfrm>
            <a:off x="1969915" y="3603623"/>
            <a:ext cx="1720931" cy="770448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Input Kode Keypad</a:t>
            </a:r>
          </a:p>
        </p:txBody>
      </p:sp>
      <p:sp>
        <p:nvSpPr>
          <p:cNvPr id="10" name="Diamond 9">
            <a:extLst>
              <a:ext uri="{FF2B5EF4-FFF2-40B4-BE49-F238E27FC236}">
                <a16:creationId xmlns:a16="http://schemas.microsoft.com/office/drawing/2014/main" id="{BE61AF34-FE62-F80D-5F98-CBA98A4231C3}"/>
              </a:ext>
            </a:extLst>
          </p:cNvPr>
          <p:cNvSpPr/>
          <p:nvPr/>
        </p:nvSpPr>
        <p:spPr>
          <a:xfrm>
            <a:off x="2005367" y="4662501"/>
            <a:ext cx="1633536" cy="770448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Sensor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Getar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Aktif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339D5B5-F832-F915-18DB-5FF3CD1C2C87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>
          <a:xfrm flipH="1">
            <a:off x="2822135" y="4374071"/>
            <a:ext cx="8246" cy="2884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Diamond 13">
            <a:extLst>
              <a:ext uri="{FF2B5EF4-FFF2-40B4-BE49-F238E27FC236}">
                <a16:creationId xmlns:a16="http://schemas.microsoft.com/office/drawing/2014/main" id="{C3AC8489-6DDC-C421-C88F-394ECEE02185}"/>
              </a:ext>
            </a:extLst>
          </p:cNvPr>
          <p:cNvSpPr/>
          <p:nvPr/>
        </p:nvSpPr>
        <p:spPr>
          <a:xfrm>
            <a:off x="4125474" y="2417565"/>
            <a:ext cx="1633536" cy="770448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Kartu valid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E3BE96D-DFD8-CD90-0547-9B792F21332C}"/>
              </a:ext>
            </a:extLst>
          </p:cNvPr>
          <p:cNvSpPr txBox="1"/>
          <p:nvPr/>
        </p:nvSpPr>
        <p:spPr>
          <a:xfrm>
            <a:off x="2329374" y="4332194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2B9DF65-6EE2-E2A2-C474-2FDFAD9C9153}"/>
              </a:ext>
            </a:extLst>
          </p:cNvPr>
          <p:cNvCxnSpPr>
            <a:cxnSpLocks/>
            <a:stCxn id="8" idx="3"/>
            <a:endCxn id="14" idx="1"/>
          </p:cNvCxnSpPr>
          <p:nvPr/>
        </p:nvCxnSpPr>
        <p:spPr>
          <a:xfrm flipV="1">
            <a:off x="3657146" y="2802789"/>
            <a:ext cx="468328" cy="69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Diamond 19">
            <a:extLst>
              <a:ext uri="{FF2B5EF4-FFF2-40B4-BE49-F238E27FC236}">
                <a16:creationId xmlns:a16="http://schemas.microsoft.com/office/drawing/2014/main" id="{8487C15E-54B6-1144-E3DD-B6D849B7C605}"/>
              </a:ext>
            </a:extLst>
          </p:cNvPr>
          <p:cNvSpPr/>
          <p:nvPr/>
        </p:nvSpPr>
        <p:spPr>
          <a:xfrm>
            <a:off x="4115949" y="3599357"/>
            <a:ext cx="1633536" cy="770448"/>
          </a:xfrm>
          <a:prstGeom prst="diamond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Kode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Benar</a:t>
            </a:r>
            <a:endParaRPr lang="en-US" sz="12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313FC9B-E661-C258-2A54-D5DED7F75AB8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6792479" y="2802789"/>
            <a:ext cx="0" cy="9129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90591AC6-E745-BC39-38D1-AF8AC2E89FF4}"/>
              </a:ext>
            </a:extLst>
          </p:cNvPr>
          <p:cNvCxnSpPr>
            <a:cxnSpLocks/>
            <a:stCxn id="20" idx="3"/>
            <a:endCxn id="7" idx="1"/>
          </p:cNvCxnSpPr>
          <p:nvPr/>
        </p:nvCxnSpPr>
        <p:spPr>
          <a:xfrm flipV="1">
            <a:off x="5749485" y="3981563"/>
            <a:ext cx="444153" cy="30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565732B-7F22-08A5-5D5D-67E1A7D6FB4E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5759010" y="2802789"/>
            <a:ext cx="103346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88003A8-9EC9-F3FD-D13B-7A0A47673106}"/>
              </a:ext>
            </a:extLst>
          </p:cNvPr>
          <p:cNvCxnSpPr>
            <a:cxnSpLocks/>
            <a:stCxn id="9" idx="3"/>
            <a:endCxn id="20" idx="1"/>
          </p:cNvCxnSpPr>
          <p:nvPr/>
        </p:nvCxnSpPr>
        <p:spPr>
          <a:xfrm flipV="1">
            <a:off x="3690846" y="3984581"/>
            <a:ext cx="425103" cy="4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40F4D110-4348-FF9D-0EAA-BB0997C47107}"/>
              </a:ext>
            </a:extLst>
          </p:cNvPr>
          <p:cNvSpPr/>
          <p:nvPr/>
        </p:nvSpPr>
        <p:spPr>
          <a:xfrm>
            <a:off x="6200555" y="4743841"/>
            <a:ext cx="1197682" cy="60776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Mengirimkan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20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Notifikasi</a:t>
            </a:r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ke Blynk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61F1471-8D74-A212-E485-141CF6959B4B}"/>
              </a:ext>
            </a:extLst>
          </p:cNvPr>
          <p:cNvCxnSpPr>
            <a:cxnSpLocks/>
            <a:stCxn id="7" idx="2"/>
            <a:endCxn id="36" idx="0"/>
          </p:cNvCxnSpPr>
          <p:nvPr/>
        </p:nvCxnSpPr>
        <p:spPr>
          <a:xfrm>
            <a:off x="6792479" y="4247346"/>
            <a:ext cx="6917" cy="4964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5E4D028F-B1DB-E959-209C-58AAAD665C88}"/>
              </a:ext>
            </a:extLst>
          </p:cNvPr>
          <p:cNvSpPr/>
          <p:nvPr/>
        </p:nvSpPr>
        <p:spPr>
          <a:xfrm>
            <a:off x="4343401" y="4786121"/>
            <a:ext cx="1197682" cy="53156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ESP cam take Photo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7653A59-23D8-1B51-4A7C-ACBEEBFB77A4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2830381" y="3194990"/>
            <a:ext cx="9997" cy="4086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71E61324-B251-3705-73CB-C3CC287D7A1D}"/>
              </a:ext>
            </a:extLst>
          </p:cNvPr>
          <p:cNvCxnSpPr>
            <a:cxnSpLocks/>
            <a:stCxn id="6" idx="4"/>
            <a:endCxn id="8" idx="0"/>
          </p:cNvCxnSpPr>
          <p:nvPr/>
        </p:nvCxnSpPr>
        <p:spPr>
          <a:xfrm flipH="1">
            <a:off x="2840378" y="1904840"/>
            <a:ext cx="8300" cy="5197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8878F17-B80A-2350-6E13-4B3D9FC6BEA4}"/>
              </a:ext>
            </a:extLst>
          </p:cNvPr>
          <p:cNvCxnSpPr>
            <a:cxnSpLocks/>
            <a:stCxn id="4" idx="4"/>
            <a:endCxn id="6" idx="1"/>
          </p:cNvCxnSpPr>
          <p:nvPr/>
        </p:nvCxnSpPr>
        <p:spPr>
          <a:xfrm>
            <a:off x="2847535" y="1145540"/>
            <a:ext cx="1143" cy="1785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9F09615B-2FA1-CC7F-7431-F97B985E5DEB}"/>
              </a:ext>
            </a:extLst>
          </p:cNvPr>
          <p:cNvSpPr/>
          <p:nvPr/>
        </p:nvSpPr>
        <p:spPr>
          <a:xfrm>
            <a:off x="6154615" y="5675678"/>
            <a:ext cx="1280160" cy="445087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err="1"/>
              <a:t>Selesai</a:t>
            </a:r>
            <a:endParaRPr lang="en-ID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1B058DB2-CD2B-888C-466F-8FA29DB4823A}"/>
              </a:ext>
            </a:extLst>
          </p:cNvPr>
          <p:cNvCxnSpPr>
            <a:cxnSpLocks/>
            <a:stCxn id="36" idx="2"/>
            <a:endCxn id="67" idx="0"/>
          </p:cNvCxnSpPr>
          <p:nvPr/>
        </p:nvCxnSpPr>
        <p:spPr>
          <a:xfrm flipH="1">
            <a:off x="6794695" y="5351608"/>
            <a:ext cx="4701" cy="3240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9C229B3-6077-EB2C-323F-EEF4902BD3FC}"/>
              </a:ext>
            </a:extLst>
          </p:cNvPr>
          <p:cNvCxnSpPr>
            <a:cxnSpLocks/>
            <a:stCxn id="10" idx="3"/>
            <a:endCxn id="52" idx="1"/>
          </p:cNvCxnSpPr>
          <p:nvPr/>
        </p:nvCxnSpPr>
        <p:spPr>
          <a:xfrm>
            <a:off x="3638903" y="5047725"/>
            <a:ext cx="704498" cy="41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2D7C7F9A-1767-1A47-9D84-4C8C24F6DA50}"/>
              </a:ext>
            </a:extLst>
          </p:cNvPr>
          <p:cNvCxnSpPr>
            <a:cxnSpLocks/>
            <a:stCxn id="52" idx="3"/>
            <a:endCxn id="36" idx="1"/>
          </p:cNvCxnSpPr>
          <p:nvPr/>
        </p:nvCxnSpPr>
        <p:spPr>
          <a:xfrm flipV="1">
            <a:off x="5541083" y="5047725"/>
            <a:ext cx="659472" cy="41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721D4F22-513D-92B2-ED68-0ABEA9A81FFA}"/>
              </a:ext>
            </a:extLst>
          </p:cNvPr>
          <p:cNvSpPr txBox="1"/>
          <p:nvPr/>
        </p:nvSpPr>
        <p:spPr>
          <a:xfrm>
            <a:off x="2329374" y="3176842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873F3D3-F8B3-4656-A151-3BA6A316F944}"/>
              </a:ext>
            </a:extLst>
          </p:cNvPr>
          <p:cNvSpPr txBox="1"/>
          <p:nvPr/>
        </p:nvSpPr>
        <p:spPr>
          <a:xfrm>
            <a:off x="2329374" y="1883316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602ECAA-0B0A-B7E8-FB52-D8B2193C4FF3}"/>
              </a:ext>
            </a:extLst>
          </p:cNvPr>
          <p:cNvCxnSpPr>
            <a:cxnSpLocks/>
            <a:stCxn id="14" idx="0"/>
          </p:cNvCxnSpPr>
          <p:nvPr/>
        </p:nvCxnSpPr>
        <p:spPr>
          <a:xfrm flipV="1">
            <a:off x="4942242" y="2149096"/>
            <a:ext cx="0" cy="2684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73C6147E-1EB1-48D7-2988-9643A91794DB}"/>
              </a:ext>
            </a:extLst>
          </p:cNvPr>
          <p:cNvCxnSpPr>
            <a:cxnSpLocks/>
          </p:cNvCxnSpPr>
          <p:nvPr/>
        </p:nvCxnSpPr>
        <p:spPr>
          <a:xfrm flipH="1" flipV="1">
            <a:off x="2847535" y="2149096"/>
            <a:ext cx="2094707" cy="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C5033ED-D8AC-C77C-BA32-467EF0541963}"/>
              </a:ext>
            </a:extLst>
          </p:cNvPr>
          <p:cNvCxnSpPr>
            <a:cxnSpLocks/>
          </p:cNvCxnSpPr>
          <p:nvPr/>
        </p:nvCxnSpPr>
        <p:spPr>
          <a:xfrm flipV="1">
            <a:off x="4925088" y="3319561"/>
            <a:ext cx="0" cy="2684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26D37F56-E1A1-4A8D-E898-EC0E2C54297A}"/>
              </a:ext>
            </a:extLst>
          </p:cNvPr>
          <p:cNvCxnSpPr>
            <a:cxnSpLocks/>
          </p:cNvCxnSpPr>
          <p:nvPr/>
        </p:nvCxnSpPr>
        <p:spPr>
          <a:xfrm flipH="1" flipV="1">
            <a:off x="2830381" y="3319561"/>
            <a:ext cx="2094707" cy="26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048FDDA3-4D42-F44B-FE38-A608C3174630}"/>
              </a:ext>
            </a:extLst>
          </p:cNvPr>
          <p:cNvSpPr txBox="1"/>
          <p:nvPr/>
        </p:nvSpPr>
        <p:spPr>
          <a:xfrm>
            <a:off x="4881361" y="3322358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9C2FDE2-125A-56EE-0ADC-38EEE833BC0B}"/>
              </a:ext>
            </a:extLst>
          </p:cNvPr>
          <p:cNvSpPr txBox="1"/>
          <p:nvPr/>
        </p:nvSpPr>
        <p:spPr>
          <a:xfrm>
            <a:off x="4906038" y="2126569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4BA992E-A582-065B-5CFF-1B84EC9242AC}"/>
              </a:ext>
            </a:extLst>
          </p:cNvPr>
          <p:cNvSpPr txBox="1"/>
          <p:nvPr/>
        </p:nvSpPr>
        <p:spPr>
          <a:xfrm>
            <a:off x="3653133" y="3737485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1C28DB-C467-B8F5-8FCE-D18F16C4AD1C}"/>
              </a:ext>
            </a:extLst>
          </p:cNvPr>
          <p:cNvSpPr txBox="1"/>
          <p:nvPr/>
        </p:nvSpPr>
        <p:spPr>
          <a:xfrm>
            <a:off x="3653133" y="2518791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DB13A69-BD7A-0EB7-8A50-4F0291322A5E}"/>
              </a:ext>
            </a:extLst>
          </p:cNvPr>
          <p:cNvSpPr txBox="1"/>
          <p:nvPr/>
        </p:nvSpPr>
        <p:spPr>
          <a:xfrm>
            <a:off x="5796832" y="3727434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2D2027-23AA-A6F4-612A-0756698634C7}"/>
              </a:ext>
            </a:extLst>
          </p:cNvPr>
          <p:cNvSpPr txBox="1"/>
          <p:nvPr/>
        </p:nvSpPr>
        <p:spPr>
          <a:xfrm>
            <a:off x="5796832" y="2545642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97E3624-77BE-57F0-5946-223CD9A3F0B9}"/>
              </a:ext>
            </a:extLst>
          </p:cNvPr>
          <p:cNvSpPr txBox="1"/>
          <p:nvPr/>
        </p:nvSpPr>
        <p:spPr>
          <a:xfrm>
            <a:off x="3644316" y="4783103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ya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DA4644E7-7CEF-D09B-3BF8-677C803095D9}"/>
              </a:ext>
            </a:extLst>
          </p:cNvPr>
          <p:cNvCxnSpPr>
            <a:cxnSpLocks/>
            <a:endCxn id="67" idx="2"/>
          </p:cNvCxnSpPr>
          <p:nvPr/>
        </p:nvCxnSpPr>
        <p:spPr>
          <a:xfrm>
            <a:off x="2840378" y="5898221"/>
            <a:ext cx="3314237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DE51BA4-750A-124D-6FD7-07B0CF90CBF6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2822135" y="5432949"/>
            <a:ext cx="8245" cy="4652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B44DD237-50AC-8FAF-B3BF-F7888E2E4D35}"/>
              </a:ext>
            </a:extLst>
          </p:cNvPr>
          <p:cNvSpPr txBox="1"/>
          <p:nvPr/>
        </p:nvSpPr>
        <p:spPr>
          <a:xfrm>
            <a:off x="2329374" y="5500620"/>
            <a:ext cx="518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tidak</a:t>
            </a:r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63873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121</Words>
  <Application>Microsoft Office PowerPoint</Application>
  <PresentationFormat>Widescreen</PresentationFormat>
  <Paragraphs>65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Jamil Febrian</dc:creator>
  <cp:lastModifiedBy>Jamil Febrian</cp:lastModifiedBy>
  <cp:revision>2</cp:revision>
  <dcterms:created xsi:type="dcterms:W3CDTF">2024-12-22T16:23:36Z</dcterms:created>
  <dcterms:modified xsi:type="dcterms:W3CDTF">2025-05-13T15:08:45Z</dcterms:modified>
</cp:coreProperties>
</file>